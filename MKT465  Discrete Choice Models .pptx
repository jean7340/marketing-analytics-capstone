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ink/ink4.xml" ContentType="application/inkml+xml"/>
  <Override PartName="/ppt/notesSlides/notesSlide2.xml" ContentType="application/vnd.openxmlformats-officedocument.presentationml.notesSlide+xml"/>
  <Override PartName="/ppt/ink/ink5.xml" ContentType="application/inkml+xml"/>
  <Override PartName="/ppt/notesSlides/notesSlide3.xml" ContentType="application/vnd.openxmlformats-officedocument.presentationml.notesSlide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notesSlides/notesSlide5.xml" ContentType="application/vnd.openxmlformats-officedocument.presentationml.notesSlide+xml"/>
  <Override PartName="/ppt/ink/ink8.xml" ContentType="application/inkml+xml"/>
  <Override PartName="/ppt/notesSlides/notesSlide6.xml" ContentType="application/vnd.openxmlformats-officedocument.presentationml.notesSlide+xml"/>
  <Override PartName="/ppt/ink/ink9.xml" ContentType="application/inkml+xml"/>
  <Override PartName="/ppt/notesSlides/notesSlide7.xml" ContentType="application/vnd.openxmlformats-officedocument.presentationml.notesSlide+xml"/>
  <Override PartName="/ppt/ink/ink10.xml" ContentType="application/inkml+xml"/>
  <Override PartName="/ppt/notesSlides/notesSlide8.xml" ContentType="application/vnd.openxmlformats-officedocument.presentationml.notesSlide+xml"/>
  <Override PartName="/ppt/ink/ink11.xml" ContentType="application/inkml+xml"/>
  <Override PartName="/ppt/notesSlides/notesSlide9.xml" ContentType="application/vnd.openxmlformats-officedocument.presentationml.notesSlide+xml"/>
  <Override PartName="/ppt/ink/ink12.xml" ContentType="application/inkml+xml"/>
  <Override PartName="/ppt/notesSlides/notesSlide10.xml" ContentType="application/vnd.openxmlformats-officedocument.presentationml.notesSlide+xml"/>
  <Override PartName="/ppt/ink/ink13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4.xml" ContentType="application/inkml+xml"/>
  <Override PartName="/ppt/notesSlides/notesSlide13.xml" ContentType="application/vnd.openxmlformats-officedocument.presentationml.notesSlide+xml"/>
  <Override PartName="/ppt/ink/ink15.xml" ContentType="application/inkml+xml"/>
  <Override PartName="/ppt/notesSlides/notesSlide14.xml" ContentType="application/vnd.openxmlformats-officedocument.presentationml.notesSlide+xml"/>
  <Override PartName="/ppt/ink/ink16.xml" ContentType="application/inkml+xml"/>
  <Override PartName="/ppt/notesSlides/notesSlide15.xml" ContentType="application/vnd.openxmlformats-officedocument.presentationml.notesSlide+xml"/>
  <Override PartName="/ppt/ink/ink17.xml" ContentType="application/inkml+xml"/>
  <Override PartName="/ppt/notesSlides/notesSlide16.xml" ContentType="application/vnd.openxmlformats-officedocument.presentationml.notesSlide+xml"/>
  <Override PartName="/ppt/ink/ink18.xml" ContentType="application/inkml+xml"/>
  <Override PartName="/ppt/notesSlides/notesSlide17.xml" ContentType="application/vnd.openxmlformats-officedocument.presentationml.notesSlide+xml"/>
  <Override PartName="/ppt/ink/ink19.xml" ContentType="application/inkml+xml"/>
  <Override PartName="/ppt/notesSlides/notesSlide18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notesSlides/notesSlide19.xml" ContentType="application/vnd.openxmlformats-officedocument.presentationml.notesSlide+xml"/>
  <Override PartName="/ppt/ink/ink22.xml" ContentType="application/inkml+xml"/>
  <Override PartName="/ppt/notesSlides/notesSlide20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22" r:id="rId1"/>
  </p:sldMasterIdLst>
  <p:notesMasterIdLst>
    <p:notesMasterId r:id="rId30"/>
  </p:notesMasterIdLst>
  <p:handoutMasterIdLst>
    <p:handoutMasterId r:id="rId31"/>
  </p:handoutMasterIdLst>
  <p:sldIdLst>
    <p:sldId id="256" r:id="rId2"/>
    <p:sldId id="420" r:id="rId3"/>
    <p:sldId id="421" r:id="rId4"/>
    <p:sldId id="423" r:id="rId5"/>
    <p:sldId id="422" r:id="rId6"/>
    <p:sldId id="442" r:id="rId7"/>
    <p:sldId id="443" r:id="rId8"/>
    <p:sldId id="444" r:id="rId9"/>
    <p:sldId id="445" r:id="rId10"/>
    <p:sldId id="446" r:id="rId11"/>
    <p:sldId id="447" r:id="rId12"/>
    <p:sldId id="448" r:id="rId13"/>
    <p:sldId id="451" r:id="rId14"/>
    <p:sldId id="452" r:id="rId15"/>
    <p:sldId id="453" r:id="rId16"/>
    <p:sldId id="454" r:id="rId17"/>
    <p:sldId id="455" r:id="rId18"/>
    <p:sldId id="456" r:id="rId19"/>
    <p:sldId id="457" r:id="rId20"/>
    <p:sldId id="458" r:id="rId21"/>
    <p:sldId id="459" r:id="rId22"/>
    <p:sldId id="450" r:id="rId23"/>
    <p:sldId id="449" r:id="rId24"/>
    <p:sldId id="468" r:id="rId25"/>
    <p:sldId id="460" r:id="rId26"/>
    <p:sldId id="471" r:id="rId27"/>
    <p:sldId id="461" r:id="rId28"/>
    <p:sldId id="435" r:id="rId29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66FFFF"/>
    <a:srgbClr val="A50021"/>
    <a:srgbClr val="FFFF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45" autoAdjust="0"/>
    <p:restoredTop sz="81081" autoAdjust="0"/>
  </p:normalViewPr>
  <p:slideViewPr>
    <p:cSldViewPr>
      <p:cViewPr varScale="1">
        <p:scale>
          <a:sx n="91" d="100"/>
          <a:sy n="91" d="100"/>
        </p:scale>
        <p:origin x="70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-1714" y="-8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7169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2:39:34.8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11583 6147 18687 0,'41'22'0'0,"5"0"448"0,5-1 112 0,15 2 16 0,12 3 0 0,-2-1-320 0,-6-1-48 0,4-1-16 16,8 0 0-16,2-4-192 0,6-4-160 0,-4-1 32 0,-1-1 0 0,7-3 128 15,11-4 0-15,-6 0 128 0,-3-1-128 16,7-2 176-16,15-3-48 0,-1 0 0 0,0-1 0 16,2-2 64-16,1-2 0 0,10-1 0 0,11 0 0 0,-1-1-192 31,-3-2 0-31,-4-2 0 0,0-2 0 16,7-4-320-16,12-3-112 0,1-2-16 0,-1-2 0 0,-7-1 112 0,-5-2 16 0,-2 4 0 0,1 3 0 0,6-1 144 15,5-1 48-15,-13 3 0 0,-14 2 0 0,5 1 256 16,2 1 48-16,-1-2 16 0,-6-2 0 0,-7-3-192 15,-11-4 0-15,-5-3 0 0,-4-4 0 0,-6-3 0 16,-2-3 0-16,-16 2 0 0,-14 0 0 0,-6 4 240 16,-3 2 16-16,-4 3 0 0,-4 3 0 0,-8-2-256 15,-7-3 0-15,-6-6 0 0,-9-8 0 0,-8-2-160 16,-9-3-80-16,-10 5-16 0,-11 8 0 0,-8 3 1024 16,-6 3 208-16,-10 2 48 0,-6 0 0 0,-18-2-880 15,-17-4-144-15,-4-1 0 0,-3-1 0 0,-11 0 0 16,-10 1 0-16,-11 3 0 0,-13 3 0 0,-5 2-320 15,-4 1 48-15,0 5 16 0,2 3 0 0,-7 1 256 16,-9 1 0-16,0 2 0 0,-4 2 0 0,-7 1 0 16,-5 2 0-16,-3 1 0 0,1 0 0 0,-7 4 144 15,-4 2 96-15,0 2 16 0,1 1 0 0,0 3-256 16,-2 3-160-16,3 1 32 0,5 1 0 0,1 3 400 0,-5 1 96 16,6 0 16-16,5-1 0 0,5 1-256 0,1 1-128 15,12 4 128-15,10 4-128 0,3 9 320 0,1 8 0 0,-1 2 0 16,-3 1 0-16,7-2 256 0,3-1 64 15,18-3 0-15,13-3 0 0,-1 0-320 0,-7 1-48 0,16 7-16 0,24 8 0 0,5 2-256 16,5 0 0-16,7-7 0 0,5-7 0 0,12-4 0 31,9-3 160-31,11 2-160 0,12 3 128 0,9 3-128 16,10 2-272-16,14 5 64 0,14 6 16 0,14-5-64 0,14-6 0 16,4-4 0-16,2-5 0 0,25-2 464 0,26-2 96 0,8-2 16 15,9-4 0-15,11 6-512 16,12 5-112-16,9 2-16 0,9 1 0 15,16 0-656-15,13-2-144 0,11-5-32 0,7-4 0 0,10-6-1536 16,14-6-304-16,-11-4-64 0,-10-4-3392 0</inkml:trace>
  <inkml:trace contextRef="#ctx0" brushRef="#br0" timeOffset="14150.92">4752 12129 7935 0,'19'-5'0'0,"-4"1"0"0,24-16-3184 0</inkml:trace>
  <inkml:trace contextRef="#ctx0" brushRef="#br0" timeOffset="14798.7">4998 11965 8959 0,'-2'-14'0'0,"-3"5"0"0,0-1 0 0,-3-1 256 0,-2 0 48 0,-3 1 16 0,-2 0 0 0,-1 1-320 15,1 2 160-15,-3 1-160 0,2 1 128 0,-2-1-304 16,-2-1-64-16,0 1-16 0,-3 0 0 0,-3-1 256 15,-4 0 0-15,1 1 0 0,-1 0 0 0,-1 0 464 16,3 0 144-16,2 0 32 0,3-1 0 0,3 1 304 16,2-1 64-16,3 0 16 0,4-1 0 15,1 0 48-15,0 0 16 0,4 1 0 0,1-1 0 0,1 1-368 16,4 7-64-16,-3-8-16 0,1 0 0 0,4 1-144 16,3 0-48-16,3 0 0 0,4-1 0 0,4-1-256 15,5-1-48-15,6-1-16 0,6-1 0 0,6-1-128 16,5-2 0-16,1 1 0 0,-3 1 0 0,1-2 0 15,6-1-272-15,12 0 64 0,13-1 16 0,4 4 48 16,-4 2 16-16,7-1 0 0,7-3 0 0,4 2 128 16,2 4-128-16,6-2 128 0,1-3-128 0,3 3 128 15,1 2 0-15,5 0 128 0,8-1-128 0,-3 1 0 0,-5-1 0 16,8 0 0-16,11-1 0 0,-2 0 128 0,-4 0-128 16,-2-2 128-16,-3-3-128 0,6 0 432 0,9 0 16 15,-17-1 0-15,-15-2 0 0,4 1 304 0,10 0 64 0,-18 3 16 0,-18 2 0 0,-5-1-320 16,0-1-48-16,-4 2-16 0,-8 3 0 0,-12 1-48 15,-11 1-16-15,-9 1 0 0,-11 1 0 0,-7-2-48 16,-6-2-16-16,-7-1 0 0,-6-2 0 0,-11-1 160 16,-10-2 32-16,-15 1 0 0,-14 0 0 0,-2-1-256 31,-2-2-64-31,-22 1 0 16,-17-1 0-16,-4 0-560 0,4 0-112 0,-15-1-32 0,-16 0 0 15,-7 1 320-15,-8 2 48 0,3 2 16 0,5 2 0 0,-9 3-64 16,-5 1 0-16,-8 5 0 0,-4 2 0 0,-6 3-352 0,-4 1-80 15,5 4-16-15,5 0 0 0,8 5 640 0,8 5 0 0,5 1 0 0,7 1 0 0,-8 1 192 16,-9 0 144-16,14 1 48 0,14 0 0 16,2 1-256-16,2 1-128 0,7 0 128 0,11 0-128 0,4 7 320 15,7 7 0-15,14 3 0 0,19 2 0 0,7-2 208 16,2-1 48-16,8-5 0 0,4-6 0 0,7-2-576 16,8-3 0-16,8 1 0 0,7-2 0 0,8 5 0 15,8 6-192-15,8 7 0 0,7 5 0 0,8 1 352 16,2-2 80-16,3-4 16 0,1-5 0 0,14-1-256 31,14-2 0-31,8 6 0 0,3 7 0 0,1 6-624 16,0 5-160-16,12-3-48 0,11-6 0 0,-1-4-1632 15,-3-3-336-15,6 3-64 0,8 3-16 0,-2-1-1328 16,-7-2-272-16,-13-10-48 0,-11-12 368 0</inkml:trace>
  <inkml:trace contextRef="#ctx0" brushRef="#br0" timeOffset="16398.48">4049 11886 29695 0,'5'34'0'0,"-1"-6"0"0,2 8 0 0,2 1 768 16,2 1 144-16,-2 0 48 0,1-3 0 0,-1 5-512 0,0 5-112 16,0 13-16-16,-3 14 0 0,-2-3 112 15,-1-6 16-15,-2 0 0 0,-2 0 0 0,-3 14 192 0,1 15 64 0,-1-9 0 16,0-12 0-16,0 15 48 0,-2 17 16 0,4-6 0 0,1-13 0 15,-1 14-368-15,-2 16-64 0,0-10-16 0,0-14 0 0,5 13-144 16,5 16-48-16,0-16 0 16,0-19 0-16,0 10-128 0,1 13 0 0,1-11 0 15,-2-14 0-15,1 1 128 0,1 3 0 0,-2 0 0 16,0-1 0-16,-2-14 160 0,2-14 32 0,-2-2 0 0,-3 1 0 16,0 5 144-16,0 5 48 15,-3-8 0-15,0-11 0 0,0-9-512 0,1-8 0 0,-1-5 0 0,-2-4 0 0,0-4 0 31,1-3 0-31,-2-2-208 0,1-1 64 0,0-2-352 16,5-9-64-16,-5 8-16 0,5-8 0 16,0 0-192-16,0 0-64 0,0 0 0 0,0 0 0 0,0 0 112 0,0 0 16 0,0 0 0 0,0 0 0 0,0 0 512 15,0 0 192-15,7 0-144 0,1 0 144 0,2 0-128 16,3 0 128-16,3 1-128 0,4 1 128 0,3 0-240 16,8-1 48-16,2 1 0 0,3 1 0 0,0 1 192 15,0 2-144-15,0-2 144 0,2-4-128 0,11-2 128 16,17-3 176-16,4 1-48 0,1 1 0 0,5-4 64 15,6-4 0-15,10-1 0 0,11 1 0 0,0-1 48 16,2-2 16-16,3 0 0 0,4-2 0 0,13 1 144 16,14 1 48-16,-4 0 0 0,-9 0 0 0,9 2 48 0,7 1 16 15,9 3 0-15,7 2 0 0,4 4-112 0,7 2-16 16,-10 3 0-16,-6 1 0 0,-2 1-256 0,1 1-128 0,2-1 128 0,2-1-128 0,6 0 128 16,8 0-128-1,-3 1 128-15,-3 2-128 0,-8-2 0 0,-4-2 0 16,-9 0 0-16,-8 0 0 0,11-2 0 0,10-2 0 15,-9 2 0-15,-10 2 0 0,-7-1 336 0,-6-3-16 16,9 1 0-16,5 0 0 0,-9 0 112 0,-7 0 16 0,-2-1 0 0,1-1 0 0,5 1-208 16,9 2-48-1,-14-2 0-15,-15-2 0 0,10-1-192 0,13-2 0 0,-15 0 0 0,-16 1-160 0,7-3 160 32,11-2 0-32,-12 0 0 0,-16 0 0 0,9-2-640 15,10-1-112-15,-13 1-16 16,-19 1 0-16,10 1 208 0,10-1 48 0,-8 3 0 15,-13 1 0-15,0 0 48 0,0-1 16 0,6 2 0 0,4 1 0 0,-7 1 304 0,-12 1 144 16,1-3-128-16,3-5 128 0,5 1-128 0,7 0 128 0,-11-1-128 0,-9-1 128 0,1-2-128 16,5-3 128-16,2 2-128 0,3 1 128 0,-8 1 176 15,-6-2 112-15,-2 1 32 0,-1 0 0 0,8-3-160 16,9-3-32-16,-3-7 0 0,-9-7 0 0,-1-5-128 16,5-6-176-16,7 1 48 0,11 2 0 0,-6 6 256 15,-9 4 48-15,0-1 16 16,7-3 0-16,3-4-192 0,3-4 128 15,-7-7-128-15,-11-8 128 0,5 6-304 0,4 6-64 0,3 4-16 0,-2 5 0 0,-10-2 112 16,-9-3 16-16,-3-7 0 0,1-7 0 0,4 1 128 16,4 4 0-16,-4 7 0 0,-7 8 0 0,-7 1 0 15,-8 1 0-15,-7-2 0 0,-6-3 0 0,-2-3-128 16,-2-2 0-16,-4 1 0 0,-4 3 0 0,-3 5 656 16,-2 4 144-16,-3 2 32 0,0 1 0 0,-6-3-368 15,-4-4-64-15,-2-9-16 0,-1-10 0 0,-5-2-256 0,-3 1 0 0,-7 7 0 0,-7 7-144 0,-9-3-48 16,-7-5 0-1,2-7 0-15,5-8 0 0,-1 6 64 0,4 5 0 16,-6 7 0-16,-8 6 0 0,-7-6-64 0,-8-7 0 0,8-4 0 16,9-3 0-16,0 4 64 15,-6 4 0 1,-8 7 0-16,-4 7 0 0,2 0-320 0,7-2-48 0,-1-3-16 0,0-4 0 16,-11 1 0-16,-13 2 0 0,7 7 0 0,9 7 0 0,-11 4 256 0,-13 4 64 0,3 4 0 0,9 3 0 0,-13 3 192 15,-14 1 0-15,7 1 0 0,6 1 160 0,-14 1-160 16,-14 1 0-16,5 0 0 15,9 0 0-15,-9-1 0 0,-10-2 0 0,-7 2 0 0,-3 2-176 0,5-1 176 16,6-2 0-16,-4-1 128 0,0-2-128 0,-10 0 320 16,-8 0 0-16,3 0 0 0,6-1 0 15,1 2-48-15,-2 0-16 0,-6 4 0 0,-7 2 0 0,-6 1-256 16,-8 0 0-16,5-1 0 0,3 0 0 0,2 2 0 16,4 2 0-16,2 3 0 0,3 3-144 0,-6 3 144 15,-8 2 0-15,-1 2 0 0,-2 0 0 0,2 3-128 16,-1 2 0-16,6 3 0 0,9 1 0 0,-3 1 304 15,-1 0 64-15,-4 0 16 0,-1-1 0 0,-7 0-256 16,-4-1-160-16,0 1 32 0,3 1 0 0,3 6 304 16,5 4 64-16,4 9 16 0,6 7 0 0,-3 2-512 15,-7-1-112-15,-3-6-16 0,5-6 0 0,0-3 576 16,1-3 96-16,12 1 32 0,16 1 0 0,-6 6-320 16,-5 6 0-16,5 0 0 0,8-2 0 0,8-5 0 0,10-6 0 15,0-4 0-15,-6-4 0 0,14-4 160 16,10-5-32-16,5-2 0 0,2-2 0 0,3 0-128 15,-2 1-176 1,13 0 48-16,15-2 0 0,1-2-1392 0,1-3-272 0,-5 5-48 16,-2 5-16-16,6 7-2816 0,9 5-560 0,0-2-112 0,-2-3-2784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2:39:57.7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20840 3285 25855 0,'0'0'0'0,"0"0"0"16,-11 3 0-16,-6 2-368 0,-7 0-64 0,-6 3-16 0,-5 1 0 0,-1 3-352 0,0 2-80 0,-2-1-16 0,-1-1 0 0,-15 4 1648 15,-13 1 320-15,0 4 64 0,1 3 16 0,-3 5 256 16,-2 4 48-16,-9-1 16 0,-9-3 0 16,7 2-672-16,11 2-128 0,3 3-32 0,4 2 0 0,3 7-640 15,2 6 0-15,12-4-176 0,7-6 48 0,12-6 0 32,7-5 0-32,9-5 0 0,9-4 0 0,6-3-464 0,9-2-96 0,9-2-16 15,12-2 0-15,8 1 704 0,10 0 0 0,-2 0 0 0,-4 0 0 0,2-1 320 16,1-3 0-16,8 3 0 0,5 4 0 0,-3 5-96 15,-4 5-32-15,-8 3 0 0,-6 1 0 0,-6 2 112 16,-4 1 16-16,-2-1 0 0,0-2 0 0,-4-1-64 16,-1 0 0-16,-8 7 0 0,-2 7 0 0,-10 9-48 15,-6 9-16-15,-7-8 0 0,-6-8 0 0,-5-4 368 16,-2-3 64-16,-4-2 16 0,1-2 0 0,-5 2-64 16,-5 4 0-16,-4 1 0 0,-4-1 0 0,0-5-576 31,1-6 0-31,4-7 0 0,10-6 0 0,5-7-2080 0,6-6-336 15,4-5-64-15,2-4-16 0,9-13-656 0,5-14-144 16,7-9-32-16,9-9-5216 0</inkml:trace>
  <inkml:trace contextRef="#ctx0" brushRef="#br0" timeOffset="452.53">20943 3972 11519 0,'14'5'0'0,"-3"0"0"0,4 2 0 0,1 3 1632 0,4 2 336 0,1 1 64 0,4-1 16 0,1 1-1184 15,-1 1-224-15,-2 6-64 0,0 5 0 0,-4 13 512 16,-3 14 112-16,-4 1 16 0,-4 0 0 0,-3-4-64 16,-3-6 0-16,-6 5 0 0,-1 6 0 0,-6 9-656 15,-2 11-144-15,-4-12-32 0,-2-15 0 0,-2-9-144 16,1-9-48-16,2-8 0 0,4-8 0 0,0-5 464 16,1-4 96-16,0-4 16 0,3-5 0 0,-1-4 352 31,1-4 80-31,0-5 16 0,2-5 0 0,-2-10-1280 15,0-10-256-15,2-4-64 0,3-4 0 0,0 2-256 16,3 3-48-16,2 0-16 0,2-2 0 0,1-10 112 0,1-13 16 0,2 4 0 0,2 6 0 0,2 7 448 16,0 7 192-16,2 3-128 0,1 0 128 0,3 0 0 15,2-3 0-15,5 4 0 0,2 4 0 0,3 7 272 16,1 6 144-16,2 7 32 0,-2 4 0 0,1 5-320 16,-2 4-128-16,-2 4 128 0,-3 3-128 0,-1 5 240 0,-3 4-48 15,1 6 0-15,-2 4 0 0,5 10-192 16,5 10-256-16,2 2 48 0,2 1 16 0,1-3 352 15,3-4 80 1,-6 1 16-16,-1-1 0 0,-4 11-624 0,-2 11-112 0,-5 1-32 16,-5-3 0-16,-3-6 320 0,-2-6 48 0,-3-2 16 0,-3-2 0 0,-2 7 128 15,-3 9-128-15,-4 2 128 0,0-2-128 0,-7-7-576 16,-6-7-96-16,-6-7-32 0,-7-7 0 0,-5 0-2240 16,-3 1-464-16,2-3-96 0,6-3-4688 15</inkml:trace>
  <inkml:trace contextRef="#ctx0" brushRef="#br0" timeOffset="676.24">20868 4543 36863 0,'53'-9'0'0,"-16"3"0"0,6-2 0 0,13 0-256 31,14 1-64-31,-3 1 0 0,-8 2 0 0,-6-1-352 16,-9-2-80-16,-3-1-16 0,0-2 0 0,0 0-768 0,4-1-144 0,-3-1-48 0,-4-1 0 0,-2-3 1344 15,-6-2 256-15,-6-4 128 0,-5-3-128 0,-5-6 0 32,-2-6 0-32,-4-1 0 0,-1 0 0 0,-2 3-1136 31,-1 2-208-31,0 3-64 0,12-46-6848 0</inkml:trace>
  <inkml:trace contextRef="#ctx0" brushRef="#br0" timeOffset="1100.58">22439 3547 39167 0,'-26'4'0'0,"4"-1"0"0,-8 0 0 0,-1 1-1024 0,-5 0-208 0,3 1-48 0,2 1 0 0,-7 1 624 0,-3 2 112 0,-10-1 32 0,-8-1 0 0,2 3 512 15,2 2 192-15,9-1 0 16,12-1 0-16,6 0 160 0,7-1 32 0,3 0 0 16,8 0 0-16,5-1-384 0,4 0 0 0,4 2 0 0,5 0 0 0,5 1 0 15,3-1-128-15,9 2 0 16,11 1 0-16,12 5 816 0,12 5 160 0,-1 1 48 0,-6 0 0 0,-7 2-576 16,-3 1-96-16,-4-1-32 0,0-3 0 0,-4-1 112 15,0 0 16-15,-6-1 0 0,-6 1 0 0,-5 3 144 16,-2 4 48-16,-8 8 0 0,-5 6 0 0,-8 3-256 15,-5 1-64-15,-7-6 0 0,-6-7 0 0,-3-3 112 16,-4-3 16-16,2-2 0 0,2-1 0 0,-2 0 48 16,-3-1 16-16,-4 3 0 0,-5 2 0 0,-7 2-624 31,-5 2-112-31,1-4-32 0,2-5 0 0,6-4-960 16,5-4-208-16,4-2-48 0,0-2 0 0,-1-4-960 15,-4-4-208-15,-2-4-48 0,-5-4 0 0,5-7-1120 16,3-6-224-16,5 0-64 0,0-1-1888 0</inkml:trace>
  <inkml:trace contextRef="#ctx0" brushRef="#br0" timeOffset="1606.77">20075 5343 23039 0,'0'0'0'0,"0"10"0"0,5-1 0 0,5-1 608 16,8-2 128-16,7-3 32 0,4-3 0 0,14-7 256 15,84-19 1136-15,-49 14-1072 0,5-2-320 16,1-3-48-16,10 1-16 0,8 2 0 0,1-1 0 16,1 0 0-16,2-1 0 15,5-1 0-15,106-11 144 0,-112 14-464 16,-6-1 0-16,-6 4-144 0,-3 3-48 0,-3 2 0 0,0 1 0 16,-14 2-48-16,-14 1-16 0,-10 4 0 0,-8 3 0 15,-5 1-128-15,-8 0-176 0,-7 1 48 0,-9-1 0 0,-12-6 0 31,-5 10 0-31,-11 0 0 0,-7-1 0 0,-14 1-624 16,-10 1-112-16,-22 2-32 0,-20 3 0 0,-4-2 368 0,1-2 64 0,-13 3 16 16,-10 3 0-16,-6 1 96 0,-4 0 32 0,8 9 0 0,9 8 0 0,0 4 560 15,-4 2 112-15,15-4 32 0,15-6 0 0,15-5-256 16,13-4-128-16,9-2 128 0,8-3-128 0,13-4 128 16,9-4-128-16,12-1 128 0,11-1-128 0,11-2 0 15,9-2-240-15,15-4 48 0,14-5 0 0,18-3 608 16,18-2 128-16,12-2 32 0,10-1 0 0,4-3 48 15,4-3 16-15,8-4 0 0,9-3 0 0,3-2-112 16,-1-1-16-16,-14 0 0 0,-16 0 0 0,6 3-352 16,7 3-160-16,-22 7 128 0,-26 4-128 0,-13 2 0 15,-13-1 0-15,-15 4 0 0,-13 3 0 0,-13 2-272 0,-10 2 64 0,-15 3 16 0,-11 5 0 0,-23 3-64 32,-25 3 0-17,-15 10 0-15,-14 11 0 0,-22 7-2048 0,-27 4-400 16,-14 1-96-16,-11-1-16 0,-2 4-2400 0,3 4-480 0,2-1-112 0,2-1 1088 0</inkml:trace>
  <inkml:trace contextRef="#ctx0" brushRef="#br0" timeOffset="3972.67">22255 2013 14079 0,'32'-8'0'0,"-7"5"0"0,8 1 0 0,3 1-832 0,3 1-144 0,-3 3-48 0,-5 2 0 0,-3 2 1024 0,-2 1 208 0,-4 1 48 0,-3 1 0 0,3 2 304 16,1 2 64-16,3 4 16 0,3 3 0 0,6 6 912 15,4 5 192-15,4 1 48 0,-2 0 0 0,0-3-1024 16,-3-3-208-16,-3-3-48 0,-1-2 0 16,5-3-512-16,5-3 0 0,2-2-192 0,3-1 48 0,-3-1 144 15,2-2 0-15,-7-2 128 0,-5-2-128 16,0-3 832-16,-1-3 112 0,4-1 16 0,6-3 0 0,6 0-112 15,4-1-16-15,-1-1 0 0,-7-3 0 0,-2-3-560 16,-1-3-112-16,4-3-32 0,4-3 0 16,6-9-128-16,4-9 128 0,-11-3-128 0,-8-1 128 0,-7 2 0 15,-2 4 0-15,-6 5 0 0,-3 3 0 0,-4 2 208 16,-3 2 48-16,-3 0 0 0,-5-2 0 0,-4-4 256 16,-3-6 48-16,-4-1 16 0,-4 0 0 0,-5 2-416 31,-4 3-80-31,-3 4-16 0,1 3 0 0,-7 2-560 15,-2 0-112-15,-11 2-32 0,-10 1 0 0,-10-3 0 0,-9-4 0 0,4-4 0 0,7-4 0 16,-9-6 320-16,-11-5 48 0,-3 5 16 0,-3 6 0 0,6 5 0 16,7 2 0-16,-4 4 0 0,-6 2 0 0,5 2 128 0,3 1 0 0,10 2 0 15,10 2 0-15,-2 2 0 0,0 3 0 16,-1 4 0-16,-1 3 0 0,4 5-128 16,6 5 0-16,6 3 0 0,7 2 0 0,2 5 128 0,4 6 0 15,1 2 128-15,1 2-128 0,1 11 0 0,-1 11-240 16,-4 10 48-16,1 8 0 0,-2-5 192 0,2-9-144 15,1 1 144-15,3 1-128 0,3 11 128 0,3 11 0 0,5-10 128 0,8-13-128 0,6-7 224 16,2-4-32-16,7 2 0 0,5 4 0 0,5 4 64 31,5 6 0-31,0-7 0 16,-1-7 0-16,1-8-624 0,0-7-112 0,0-4-32 0,0-3 0 16,8-4-1024-1,9-4-192-15,6-2-64 0,73 1-8288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2:40:45.9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23043 13874 22783 0,'-44'-13'0'0,"3"5"0"0,-16 0 0 0,-12 1 0 15,-10 1 0-15,2 2 144 0,1 3-144 0,-12 3-224 32,-17 3-128-32,5 2-32 0,11 0 0 0,-11 5-48 0,-15 6-16 0,4 5 0 0,7 4 0 0,-4 7 320 15,-3 5 128-15,1 1-128 0,5 0 128 0,-1-4 0 16,-3-5 128-16,6 0 0 0,2 0 0 0,4 12-128 16,-1 12 128-16,6 7-128 0,8 4 128 0,-6-4-128 15,-2-8 128-15,14 6-128 0,17 8 128 0,3 7-368 16,4 7-64-16,3-10-16 0,5-12 0 0,9 11 0 15,5 15 0-15,11-6 0 0,9-7 0 0,11-6 320 16,9-5 0-16,10 11 0 0,8 14 0 0,7-9 352 0,5-11 128 0,3-7 32 0,-1-5 0 16,12 10-112-16,15 11-16 15,7-6 0-15,3-9 0 0,1-7 512 0,2-7 112 16,11 2 16-16,11 4 0 0,3 4-64 0,-3 4 0 0,7-8 0 0,5-10 0 0,6-6-304 16,3-4-64-16,-5-6-16 15,-11-4 0-15,13-2-192 0,17-3-64 16,-9-2 0-16,-11-3 0 0,3-1-96 0,1-2-32 15,8-6 0-15,1-6 0 0,-8-5 0 0,-11-4 0 0,6-3 0 0,7-4 0 0,-9-3 64 16,-13-4 0-16,3-12 0 0,5-13 0 0,-12-10-256 16,-16-10-160-16,2 5 32 15,5 9 0-15,-10-14-64 0,-10-14 0 0,-14 2 0 16,-9 4 0-16,-6-3 192 0,-2-4-128 0,-3-6 128 0,-1-9-128 0,-7 7 128 16,-6 8 0-16,-9-11 128 15,-9-13-128-15,-11 9 224 0,-9 10-32 0,-7-9 0 0,-4-12 0 0,-5 9-192 16,-1 11 0-16,-9-7 0 0,-11-10-160 0,-13 12 32 15,-15 16 0-15,3-5 0 0,7-8 0 0,-17 9-64 16,-21 11 0-16,5 13 0 0,10 10 0 0,-15 0 192 16,-16-3 0-16,-6 1 128 0,-4 2-128 0,2 8 0 15,4 8-128-15,-5 11 0 0,-5 9 0 0,-8 8 128 16,-8 6 0-16,13 10 128 0,13 9-128 0,0 13 128 31,1 11-128-31,-4 1 128 0,-3-1-128 0,12-1-1312 31,14-2-336-31,-2 12-64 0,-129 128-10064 0</inkml:trace>
  <inkml:trace contextRef="#ctx0" brushRef="#br0" timeOffset="22633.79">1962 4645 22015 0,'8'49'0'0,"-6"-16"0"0,-2 2 0 0,0 4 608 16,0 5 128-16,-3 13 32 0,-1 14 0 0,-1 4-160 16,2 1-32-16,1 3 0 0,-1 3 0 0,0 10 256 15,3 12 64-15,0 5 0 0,0 3 0 0,-2 2-320 16,2 3-48-16,-1 10-16 0,-3 12 0 0,1 1-192 15,3 0-64-15,-2-6 0 0,-1-5 0 0,0 13 208 16,1 14 48-16,-1 5 0 0,1 2 0 0,-1-5 0 16,1-7 0-16,-3-8 0 0,-4-12 0 0,1 10-64 15,-3 11 0-15,-3-4 0 0,-2-10 0 0,-4-9-192 16,-3-10-64-16,-1 9 0 0,-1 10 0 0,2-15 0 16,0-16 0-16,3 2 0 0,7 5 0 0,0-14-192 31,1-15-160-31,1-1 32 0,1 1 0 0,4-10-832 15,-1-12-144-15,4-11-48 0,1-9 0 0,0-7-2144 16,2-4-432-16,0-2-96 0,0-1-6864 0</inkml:trace>
  <inkml:trace contextRef="#ctx0" brushRef="#br0" timeOffset="22925.41">2003 10189 31743 0,'58'-9'0'0,"-4"4"0"0,21-1 0 0,7-2 400 16,-1-2 96-16,19 0 16 0,23-1 0 15,2 1-512-15,1-1 0 0,5 0 0 16,1 0 0-16,13-1 0 0,11 0 0 0,5 2-208 16,5 1 64-16,6 2 976 0,2 1 208 0,-5 2 48 15,-8 0 0-15,1 1 48 0,4 2 16 0,-5 1 0 0,-4 1 0 0,-1 1-160 16,0 0-32-16,-18 2 0 0,-23 3 0 0,-4-1-656 15,-3-3-144-15,-22 0-32 0,26 0 0 47,-73-4-400-47,-13-3 64 0,-103-105-18240 0</inkml:trace>
  <inkml:trace contextRef="#ctx0" brushRef="#br0" timeOffset="23604.37">1155 4118 26879 0,'0'0'0'0,"8"-1"0"0,-1 1 0 0,0 3 0 16,1 3 0-16,0 3-160 0,0 3 160 0,2 7 128 16,-2 5 96-16,1 7 32 0,0 7 0 0,3 4 704 15,4 2 160-15,-1-1 32 0,4-2 0 0,1 11-416 16,3 11-80-16,0 1-16 0,3-2 0 0,2-11-352 16,2-12-80-16,-2-9-16 0,-1-9 0 0,-2-5-48 15,0-4-16-15,-2-5 0 0,-2-5 0 0,0-6 576 16,-3-5 96-16,2-5 32 0,2-5 0 0,2-16-320 31,3-18-48-31,0-5-16 0,-2-4 0 16,1 5-1168-16,-1 4-240 0,-4-7-64 0,-4-10 0 0,-3-4 416 15,-2-2 80-15,-4 10 16 0,0 10 0 0,-3-6 256 0,1-9 48 0,-1 3 16 0,-1 4 0 16,-1 13 0-16,-2 14 0 0,1 11 0 0,-2 9 0 16,0 6 352-16,0 4 80 0,0 7 16 0,0 0 0 0,-6 25 656 0,-1 18 144 0,-1 17 32 0,-3 16 0 0,-4 7-880 15,0 4-208-15,-3 11 0 0,0 11 0 0,0 5 256 16,-2 1 0-16,2-8 0 0,4-9 0 0,0-8 704 15,3-5 160 1,3 1 32-16,1 3 0 0,2-13-576 0,-1-14-96 0,-1-2-32 16,2-1 0-16,-1 4-448 0,-1 6 0 0,-1-9 0 0,1-11 0 0,-1-8 0 31,3-7 0-31,2-6 0 16,0-4 0-16,-1-3-624 0,1-2-16 0,0-3 0 0,1-3 0 0,0-2-1424 15,2-1-304-15,2-2-48 0,3-2-16 0,5-1-1216 16,3-1-256-16,8 1-64 0,4 2-5568 0</inkml:trace>
  <inkml:trace contextRef="#ctx0" brushRef="#br0" timeOffset="24118.2">6072 11015 40191 0,'-8'-8'0'0,"8"8"0"0,-5-8 0 0,2 1 1216 16,1-1 256-16,1 1 64 0,1 7 0 0,3-9-1024 15,0-1-208-15,2 2-48 0,3 0 0 0,1 2 320 16,0 0 48-16,6 3 16 0,3 2 0 0,5 3-160 16,5 2-32-16,7 4 0 0,4 3 0 0,0 5-448 15,0 5 0-15,-3 10 0 0,-3 11 0 0,-5 7-368 32,-3 5 48-32,-4-5 0 0,-1-7 0 0,1-4-672 15,2-4-128-15,-3-2-32 0,1 0 0 0,-3-1-1280 16,2 0-256-16,-2-2-48 0,0-3-16 0,-3-10-1840 15,-2-13-368-15,-5-8-80 0,-8-9-3728 0</inkml:trace>
  <inkml:trace contextRef="#ctx0" brushRef="#br0" timeOffset="24347.06">6785 10349 50431 0,'-46'51'0'0,"9"-19"0"0,-9 1 0 0,0 0 448 0,0 0 112 16,4 3 16-16,2 4 0 0,-7 8-416 16,-8 7-160-16,-2-2 128 15,-2-7-128-15,5-9-320 0,7-8-160 0,4-3-32 0,4-2 0 16,-4-5-400-16,-3-5-96 16,-2-2-16-16,-1-1 0 0,3-3-1632 0,8-3-336 0,4-5-64 0,4-5-16 15,-1-6-1536-15,3-7-304 0,-5-6-64 0,-1-6-3856 0</inkml:trace>
  <inkml:trace contextRef="#ctx0" brushRef="#br0" timeOffset="24683.4">2848 8386 39935 0,'17'16'0'0,"-6"-6"0"0,17-43-15984 0</inkml:trace>
  <inkml:trace contextRef="#ctx0" brushRef="#br0" timeOffset="24858.66">3370 7218 42495 0,'31'3'0'0,"-9"-4"0"0,4-3 0 0,-5-14-4416 16,-6-15-864-16,-7-5-176 0,-8-3-6032 0</inkml:trace>
  <inkml:trace contextRef="#ctx0" brushRef="#br0" timeOffset="25026.08">4870 5788 39935 0,'16'35'0'0,"-1"-13"0"0,15-24-15984 0</inkml:trace>
  <inkml:trace contextRef="#ctx0" brushRef="#br0" timeOffset="25171.76">5028 6905 33791 0,'-61'66'0'0,"15"-18"0"0,-8 6-13520 0</inkml:trace>
  <inkml:trace contextRef="#ctx0" brushRef="#br0" timeOffset="25336.59">3240 8503 43007 0,'10'4'0'0,"0"-1"0"0,5-1 0 0,6-4-3072 15,7-5-624-15,-2-12-112 0,-3-12-9552 0</inkml:trace>
  <inkml:trace contextRef="#ctx0" brushRef="#br0" timeOffset="25500.91">4960 7018 25343 0,'85'-44'0'0,"-36"13"0"0,-1-4 0 0,-1-13-4816 0,1-14-960 0,-2-2-192 0,-2 0-48 0</inkml:trace>
  <inkml:trace contextRef="#ctx0" brushRef="#br0" timeOffset="25634.57">6768 5649 27135 0,'26'-2'0'0,"-11"-8"0"0,0-13 0 0</inkml:trace>
  <inkml:trace contextRef="#ctx0" brushRef="#br0" timeOffset="25802.1">6637 5274 19967 0,'-33'79'0'0,"8"-27"0"0,-3 1-8000 0</inkml:trace>
  <inkml:trace contextRef="#ctx0" brushRef="#br0" timeOffset="25983.62">4061 8204 35327 0,'-12'34'0'0,"2"-13"0"0,-16 12-14144 0</inkml:trace>
  <inkml:trace contextRef="#ctx0" brushRef="#br0" timeOffset="26158.18">4896 8110 46335 0,'36'16'0'0,"-5"-7"0"0,9-1 0 0,5-2-1232 16,0-4-240-16,-3-6-64 0,-6-7 0 0,1-14-4704 0,0-14-944 0,-1-9-192 16,-3-8-1264-16</inkml:trace>
  <inkml:trace contextRef="#ctx0" brushRef="#br0" timeOffset="26307.96">6747 5788 38911 0,'0'0'0'0,"0"0"0"0,-40-71-15568 0</inkml:trace>
  <inkml:trace contextRef="#ctx0" brushRef="#br0" timeOffset="26481.33">4891 5722 38655 0,'-38'97'0'0,"1"-33"0"0,-160 90-15472 0</inkml:trace>
  <inkml:trace contextRef="#ctx0" brushRef="#br0" timeOffset="28479.53">2046 9138 26111 0,'0'0'0'0,"0"0"0"0,-2 8 0 0,2-8 864 0,-3 8 176 15,3-8 48-15,0 9 0 0,-2-1-208 0,2-8-48 16,0 9 0-16,2-2 0 0,-2-7-144 0,5 8-48 16,-2-2 0-16,-3-6 0 0,8 5-304 0,-1-1-64 15,1-2-16-15,2-3 0 0,3-5-256 0,5-5 0 0,4-8 0 0,5-10 0 16,6-7 464-16,10-7 48 0,-2 1 0 0,2 2 0 15,1-3-112-15,2-7-16 0,12-17 0 0,13-20 0 0,5 6-256 16,1 9-128 0,0-7 128-16,2-10-128 0,11 0 128 0,11 1-128 0,0 0 128 0,-3 0-128 15,9-6 128-15,6-5-128 0,7 4 128 0,2 5-128 0,-3-8 0 16,-2-10 0-16,9 8 0 0,10 9 0 0,4-7 0 16,-1-9 0-16,-8 10 0 0,-11 14 0 0,10-11 0 15,14-15 0-15,-5 12 0 0,-9 14 0 16,-5-13-224-16,-5-16 80 0,9 11 16 0,9 15 0 0,-8-13 128 15,-9-17 176-15,-1 13-48 0,-1 18 0 0,5-10-128 16,4-15 128-16,-13 15-128 0,-14 17 128 16,6-4-128-16,11-10 0 0,-16 8 0 0,-17 8 0 15,2 11 0-15,3 10 0 0,-6 1 0 0,-7-3 0 0,-10-1 128 16,-11-2 0-16,-7 8 0 0,-3 7 0 0,-1 9 0 16,-1 8 0-16,-3 6 0 0,-7 4 0 0,-6 4-128 15,-8 3-176-15,-4 3 48 0,-7 2 0 0,-4 2-112 16,-5 4-16-16,0 0 0 0,0 0 0 0,-13 0 0 15,-4 2 0-15,-3 3 0 0,-6 3 0 0,-3 3 0 16,-6 2 0-16,2 4 0 0,4 5 0 0,-1 7 112 16,1 8 16-16,-4 6 0 0,-3 7 0 15,-9-4 0 1,-7-4 0-16,-4-3 0 0,2-3 0 0,3 5-416 16,5 6-80-16,-3 9-16 0,-4 10 0 0,-11-5-448 15,-10-8-112 1,4-1-16-16,-156 131-11792 0</inkml:trace>
  <inkml:trace contextRef="#ctx0" brushRef="#br0" timeOffset="31847.75">5652 6374 6143 0,'0'0'2144'0,"0"0"-640"0,0 0-128 0,0 0-176 15,3-4-48-15,-3 4 0 0,4-4 0 0,-4 4 160 16,1-5 32-16,2 1 0 0,-1 0 0 0,-2 0-416 16,2-1-80-16,-2 5-16 0,0-5 0 0,0 5-256 15,-2-5-48-15,2 5-16 0,-2-5 0 0,1 0-192 16,1 5-64-16,-3-4 0 0,3 4 0 0,0 0 112 16,0 0 16-16,0 0 0 0,0 0 0 0,-5 8-256 15,1 2-128-15,1 3 128 0,1 4-128 0,2 3 224 16,2 3-32-16,-2 4 0 0,0 5 0 0,2 3-192 15,-1 2 144-15,-1 1-144 0,0 1 128 0,0 1-128 16,2 1 128-16,-2-1-128 0,-2-5 128 0,-1-4 0 16,1-4 0-16,-3-3 0 0,0-3 0 0,-2-2 208 15,0-2 48-15,-1-2 0 0,0-2 0 0,-2-1 0 16,0-2 0-16,-1-1 0 0,-2-2 0 0,-1-1-256 16,0-1-128-16,-3-1 128 0,-1-1-128 0,-2-1 224 0,-1-1-32 15,-2 1 0-15,2 0 0 0,-2 1-192 0,0 0 144 16,1 0-144-16,-1 0 128 0,2 0 208 0,-2-1 48 0,-1 0 0 0,-6 0 0 15,-5 0-64-15,-1 0 0 0,-2 0 0 16,-1 0 0-16,0 1-320 0,0 0 0 0,3 1 0 0,3 0-128 0,5 1 128 16,3 0-128-16,2 0 128 0,2 2-128 0,0-1 0 15,1 0 0-15,2 0 0 16,2 0 0-16,2-1 128 16,4 0-128-16,2-1 128 0,8-4-128 0,0 0-880 15,0 0-160-15,5-4-48 0,5-3 0 0,5-3-1376 16,3-2-288-16,5-2-48 0,5 0-7120 0</inkml:trace>
  <inkml:trace contextRef="#ctx0" brushRef="#br0" timeOffset="32486.57">6058 6425 14591 0,'-7'0'1424'0,"7"0"-416"0,-5 0-96 0,5 0 96 0,0 0 16 0,0 0 0 15,0 0 0-15,-6 3-320 0,6-3-48 0,0 0-16 0,-5 5 0 0,1 0 64 16,4-5 0-16,-3 8 0 0,1 2 0 0,2 0-208 16,0 2-48-16,0 4 0 0,2 4 0 15,0 5-448-15,-1 4 0 0,1 3 0 0,-2 3 0 0,2 2 0 16,-1 2 0-16,-1-3 0 0,0-4 0 16,0-3 0-16,0-4 0 0,0-3 0 0,2-4 0 0,-2-3 0 15,3-3 0-15,-1-2 0 0,1-2 0 16,0-3 144-16,-3-5-144 0,5 2 128 0,0-2-128 0,0-2 336 15,2-1-16-15,-1-2 0 0,4-3 0 0,0-1-192 16,1-2-128-16,1-1 128 0,4-1-128 16,3 0 176-16,0-1-48 0,3 0 0 0,-1 1 0 0,2 0-128 15,1 0 0-15,-3 3 0 0,-1 3 0 0,-2 2 192 16,-2 3 0-16,-4 3 0 0,-1 4 0 0,-2 3 144 16,-3 2 48-16,-3 3 0 0,-4 2 0 0,-4 2 0 15,-2 1 0-15,-4 2 0 0,-6 3 0 0,-4 3-64 16,-4 3 0-16,-2 2 0 0,-2 2 0 0,-1 3-48 15,1 2-16-15,-1-4 0 0,0-4 0 0,-1-3 368 16,2-4 64-16,-4-3 16 0,-3-3 0 0,-4-2-208 16,-1-3-48-16,2-1 0 0,1-3 0 0,5-1-448 15,0-2 0-15,2-1 0 0,3-2 0 0,-1-1-256 16,2-1 48 0,-2 0 16-16,3-1 0 0,1-1-1232 0,-1 0-240 0,2 0-64 0,2 0 0 0,4 0-448 31,0-1-112-31,5 1-16 0,1 0-9216 15</inkml:trace>
  <inkml:trace contextRef="#ctx0" brushRef="#br0" timeOffset="33384.15">2184 8993 11007 0,'0'0'400'0,"0"6"-112"0,0 0-32 0,0-6-48 15,0 6-16-15,0-6 0 0,0 0 0 0,0 0 1232 16,0 0 240-16,0 0 64 0,0 0 0 0,0 0-576 16,0 0-96-16,-3 6-32 0,3-6 0 0,-4 5-512 15,-1 0-96-15,0 1-32 0,0 2 0 0,-3 1-144 16,0 1-48-16,0 3 0 0,-2 2 0 0,0 2 112 15,0 2 16-15,-3 1 0 0,0 0 0 0,0 2 144 0,-2 0 48 16,-1 0 0-16,-4 0 0 0,-3 0-112 0,0-1-16 16,-3 0 0-16,-1 0 0 0,-2 0 0 0,-2 0 0 15,5 0 0-15,0 1 0 0,1 0-384 0,2 1 0 0,3-2 0 0,2-2 0 16,2-3-224-16,1 0 80 0,5-3 16 0,0-3 0 0,2-2-160 31,3-3-32-31,5-5 0 0,0 0 0 0,0 0-560 16,0-5-112-16,2-3-32 0,3-3 0 0,1-4-608 31,4-3-128-31,2-1-32 0,30-21-6960 0</inkml:trace>
  <inkml:trace contextRef="#ctx0" brushRef="#br0" timeOffset="34327.39">6610 7245 19199 0,'0'0'1840'0,"0"-5"-560"0,0 0-96 0,0-1-592 0,-1 0-112 0,-1 1-32 0,2 5 0 0,-2-5 320 15,2 5 48-15,-4-4 16 0,4 4 0 0,-7 0-64 16,2 1 0-16,-1 2 0 0,-1 2 0 0,2 1-560 15,-2 1-208-15,1 1 144 0,1 2-144 0,-2 1 128 16,3 0-128-16,-3 0 128 0,2 0-128 0,0 0 0 16,0 0 0-16,0-1 0 0,2-2 0 0,-2-1 0 15,2-1 0-15,3-6 0 0,-5 4 0 0,5-4 192 16,0 0-64-16,-7 0 0 0,2-2 0 0,0-2-128 16,0-1 0-16,0-2 0 0,1-1 0 0,0-1 0 15,-1-1-176-15,2 0 48 0,0 0 0 0,0 0 128 16,1 0 0-16,0 1 128 0,1 1-128 0,1 1 128 15,1 1-128-15,-1 6 128 0,0 0-128 0,0 0 0 16,0 0-128-16,2 7 0 0,0 3 0 0,-1 3 256 16,1 2 48-16,-2 3 16 0,-2 2 0 0,1 2-192 15,-1 2 0-15,-1 0 0 0,-1 0 0 0,-1 0 0 16,0-1 0-16,1-4 0 0,0-3 0 16,1-4-3040-16,0-4-640 0,-4-4-128 0,-1-5-5664 0</inkml:trace>
  <inkml:trace contextRef="#ctx0" brushRef="#br0" timeOffset="35765.87">975 9269 16383 0,'-4'-5'1728'0,"1"1"-512"0,3 4-96 0,0 0-128 16,0 0-32-16,0 0 0 0,0 0 0 0,0 0-304 16,0 0-64-16,0 6-16 0,0 2 0 0,2 2-304 0,-1 1-64 0,1 2-16 0,1 2 0 15,-1 2-192-15,1 1 0 16,0 1 0-16,-1 1-160 0,0 0 160 0,-1 0 0 16,3-2 128-16,-1-3-128 0,0-2 0 0,1-3 0 0,0-3 0 0,1-2-128 0,0-2 128 15,2-3 0-15,0-2 128 16,2-2-128-16,1-2 128 0,0-2-128 0,3 0 128 0,-1-1-128 15,1 0 432 1,0-1 16-16,2 2 0 0,-1 1 0 0,0 2-208 0,0 1-48 0,-2 3 0 0,-1 3 0 0,-1 3 368 16,-1 3 64-16,-1 3 16 0,-2 3 0 0,-1 3-208 15,0 2-48-15,-2 1 0 0,-1 2 0 0,-2 0 0 16,0 0 0-16,-2-1 0 0,-1-1 0 0,-3-1 0 16,-1-1 0-16,-3-1 0 15,0 0 0-15,-3-1-384 0,0-1 0 0,1-2 0 0,-1-1 0 0,0-1-384 16,0-1 64-16,0-2 0 15,3-3 0-15,2-2-1440 0,3-3-288 0,5 0-48 0,0 0-16 0,3-5-2240 16,5-1-464-16,1-3-96 0,2-2-1216 0</inkml:trace>
  <inkml:trace contextRef="#ctx0" brushRef="#br0" timeOffset="36130.21">1605 9599 20735 0,'-9'12'912'0,"-2"0"-272"0,1 0-48 0,0 0-368 16,-3-1-80-16,2 0-16 0,-2-1 0 0,-1 0 0 15,0-1 0-15,0 1 0 0,0 0 0 0,0 0 160 0,1 0 32 0,0-1 0 0,3 0 0 16,2-1-320-16,0-1-144 0,3-2 16 0,5-5 0 0,0 0 128 16,0 0 0-16,0 0 0 15,0 0 0-15,0 0-128 0,5-2 0 0,1-2 0 0,1-1 0 0,1-1 704 16,1-2 160-16,0 0 32 0,1-2 0 0,0-1-112 15,2 0-16-15,-1-1 0 0,-1-1 0 0,0 0-192 16,-2-1-64-16,0 0 0 0,-1-1 0 0,-2 1 256 16,-2 0 64-16,0 1 0 0,-3 2 0 0,-3 2-112 15,-2 1-16-15,0 3 0 0,-5 3 0 0,-1 4-192 16,-4 2-64-16,0 3 0 0,0 3 0 0,-1 3-320 31,1 2 0-31,0 0 0 0,1 0 0 0,2 0-288 0,1-1-128 0,2 0-32 16,1-1 0-16,2-1-512 15,2-1-96 1,3-1-32-16,17-1-12256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2:41:29.7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9262 3982 15615 0,'34'3'0'0,"-6"-1"0"0,10 0 0 0,8 2 304 15,6 3 64-15,-3 0 16 0,-1 1 0 0,-4 1-64 16,-3 0 0-16,2-2 0 0,3-2 0 0,5-1 64 15,10-2 0-15,-1 0 0 0,-2-1 0 0,5-5 96 0,0-6 32 16,9-2 0-16,10-1 0 0,-3-3-112 0,-5-5-16 0,2-3 0 16,4-4 0-16,1-4-144 0,0-4-48 0,-9-1 0 0,-11 0 0 0,3 2-48 15,5 2-16-15,3 0 0 16,-1 0 0-16,-7-4 160 0,-6-5 32 0,0-8 0 0,1-8 0 0,3 3-112 16,-1 4-16-16,-8 5 0 0,-11 5 0 15,-4-8-192-15,-3-8 0 0,-9-6 0 0,-5-4-160 0,-6 3 32 31,-5 5 0-15,-5-4 0-16,-3-5 0 0,-6-6-368 0,-6-3-64 0,-3 6-16 0,-6 8 0 0,-11-4 160 0,-6-8 32 0,-9 2 0 0,-7 2 0 0,-1 11 384 16,2 13 0-16,2 4 0 0,6 2 0 0,-6 5 432 15,-8 4 160-15,-3 5 48 0,-6 4 0 0,2 8-416 16,3 6-80-16,-6 8-16 0,-10 7 0 16,-5 7-304-16,-6 5-64 0,2 3-16 0,4 3 0 0,-8 3 0 15,-7 2 0-15,6 3 0 0,9 1 0 0,-8 13 256 16,-11 14 160-16,10-1-32 0,11-3 0 15,1-4-128-15,-3-4 0 0,6 8 0 0,4 10-176 0,11 4 176 16,9 3-128-16,11-6 128 0,5-8-128 0,7 9 0 16,2 12 0-16,6 0 0 0,6-3 0 0,7-2 128 15,8-3 0-15,5 9 128 0,6 12-128 0,4-6-192 32,8-8-96-32,4 6-32 0,2 9 0 0,11-5-448 31,11-5-112-31,10 6-16 0,143 135-6912 0</inkml:trace>
  <inkml:trace contextRef="#ctx0" brushRef="#br0" timeOffset="4145.46">19902 1929 17919 0,'6'37'0'0,"-4"-11"0"0,0 4 0 0,-4 14 0 16,0 13 0-16,-4 5 0 0,-1 1 0 0,-3-5 1120 16,-3-6 224-16,-1 8 64 0,0 10 0 0,0 8 560 15,2 8 112-15,-1-3 32 0,3-4 0 0,0 13-624 16,0 16-112-16,2-4-32 0,2-8 0 0,1 7-816 0,0 8-160 16,2-13-48-16,1-13 0 0,0 5 0 15,2 7 0-15,2-14 0 0,-1-15 0 0,-1-6 0 16,0-6 0-16,1-1 0 0,0 1 0 0,1-2 0 15,-2-4 0-15,-2-7 0 0,2-8 0 0,-1-4-192 0,-3-4-128 16,1-5 128-16,0-4-128 0,-1-3 176 0,-1-2-48 0,-1-2 0 0,1-1 0 0,-2-2-128 16,-1-2 0-16,8-6 0 0,0 0 0 15,-8 5 0-15,0-2 128 0,8-3-128 0,0 0 128 16,0 0 112-16,0 0 16 0,0 0 0 0,0 0 0 0,6 1-464 16,4 1-96-16,5 2-16 15,6 1 0-15,10 0 320 0,11-1-160 0,17 4 160 0,17 4-128 0,1 3 128 16,-6 3 0-16,14 3 0 0,12-1 0 0,-3-1-128 15,-5-1 0-15,7-1 0 0,11-1 0 16,-6-3 304-16,-7-3 64 0,11-2 16 0,15-2 0 0,-7-1 48 16,-15-1 16-16,11 0 0 0,11 1 0 0,-9 0-320 15,-9-1 0-15,6 0 0 0,5-1-144 0,-14 1 144 32,-17 0 0-32,3-1 0 0,7-1 0 15,-13-1-544-15,-11-1-80 0,-12 1-16 0,-8 1 0 0,-2-1-704 16,-2-1-160-16,-6-1-32 0,-5 0 0 0,-8 0-1072 15,-7-1-208-15,-7-1-64 0,-6-2 0 0,-7-10-1792 16,-6-11-352-16,-2 1-80 0,-3 2 496 0</inkml:trace>
  <inkml:trace contextRef="#ctx0" brushRef="#br0" timeOffset="4855.09">22279 5073 30463 0,'15'6'0'0,"1"1"0"0,6 3 0 0,6 4-320 0,4 3-48 0,2 1-16 0,1 0 0 0,-4 1 384 16,0 1 0-16,0 3 0 0,-3 0 0 0,5 0 240 15,5 0 112-15,1 10 32 0,1 9 0 0,-1 6-512 16,2 4-112-16,-8-6-16 0,-2-7 0 0,-8-6 112 31,-3-7 16-31,-5-4 0 16,-2-4 0-16,-2-3-672 0,-4-2-128 0,0-4-32 0,-2-3 0 0,-5-6-144 31,0 0-48-31,0 0 0 0,26-67-7728 0</inkml:trace>
  <inkml:trace contextRef="#ctx0" brushRef="#br0" timeOffset="5058.76">23196 5087 30719 0,'-28'23'0'0,"5"-4"0"0,-5 5 0 0,-3 2 864 16,-2 1 176-16,-4 2 48 0,-1 0 0 0,-13 9-416 16,-10 8-80-16,-3 8-16 0,2 5 0 0,8-6 64 15,6-8 0-15,-3-5 0 0,0-6 0 0,-8-1-512 31,-6-2-128-31,3 2 0 0,6 2 0 0,7-4-592 16,4-5-144-16,-6-8-32 0,-6-9 0 0,-4-9-1072 16,0-9-208-1,7-9-64-15,-74-95-10512 0</inkml:trace>
  <inkml:trace contextRef="#ctx0" brushRef="#br0" timeOffset="26329.02">19555 2021 8959 0,'0'0'0'0,"9"-1"0"0,-1-1 0 0,-2 0-576 0,-6 2-96 0,7-2-32 0,0-1 0 0,-7 3-96 16,0 0-32-16,0 0 0 0,0 0 0 0,0 0 832 0,-4-8 144 0,1 1 48 0,3 7 0 0,-7-5 768 15,2 1 144-15,5 4 48 0,-8-4 0 0,0 1-160 16,8 3-32-16,-7-3 0 0,7 3 0 0,-9-1-304 16,0 0-64-16,9 1-16 0,-8 2 0 0,8-2-576 15,-8 4 0-15,1-1-192 0,7-3 64 0,-8 4 256 16,8-4 48-16,-6 6 16 0,6-6 0 0,-7 6 144 15,7-6 48-15,0 0 0 0,0 0 0 0,0 0 192 16,0 0 64-16,0 0 0 0,0 0 0 0,0 0-416 16,3 7-80-16,-3-7-16 0,0 0 0 0,0 0 64 15,0 0 0-15,0 0 0 0,0 0 0 0,0 0 48 16,5 5 16-16,-5-5 0 0,0 0 0 0,0 0-256 16,0 0 144-16,0 0-144 0,0 0 128 0,0 0 0 15,0 0 0-15,0 0 0 0,0 0 0 0,0 0 64 16,0 0 0-16,0 0 0 0,0 0 0 0,0 0-64 15,5 7 0-15,-3 0 0 0,-2-7 0 0,1 9 64 16,-1-9 0-16,2 10 0 0,-2-2 0 0,0 0-192 16,0-8 0-16,0 9 0 0,0-1-176 0,0-8 176 15,0 0 0-15,0 0 128 0,0 0-128 0,0 0 272 16,0 0-16-16,0 0 0 0,0 0 0 0,8-7 112 16,-1-2 16-16,-1-1 0 0,3-1 0 0,-3-1-256 15,2-2-128-15,-3 1 128 0,0 0-128 0,0 0 0 0,0 0 0 0,0 1 0 0,-2 1 0 0,-1 1 272 16,0 2-16-16,-2 8 0 0,1-7 0 0,-1 7-96 15,0 0-32-15,0 0 0 0,-5 8 0 0,2 3 0 16,-2 4 0-16,0 3 0 0,2 1 0 16,-2 5 112-16,3 4 16 15,-1 9 0-15,3 8 0 0,0 2-256 0,2-1 0 0,1-7 0 0,2-9-160 0,3-8 160 16,0-6 176-16,4-4-48 0,1-3 0 0,0-5-128 16,2-6 0-16,-2-3 0 0,2-3-176 0,-2-6 448 15,0-5 96-15,-1-6 16 0,-1-4 0 0,-1-3-208 16,-2-2-48-16,-1 2 0 15,-1 5 0-15,-1 2-128 16,3 1-176-16,-1 4 48 0,1 2 0 0,-3 2-672 16,-2 0-128-16,-1 3-32 0,1 2 0 0,-3 4-96 15,0 7-32-15,0 0 0 0,0 0 0 0,-3 9-560 16,1 3-112-16,-3 5-32 0,-1 3-5632 16</inkml:trace>
  <inkml:trace contextRef="#ctx0" brushRef="#br0" timeOffset="27314.51">19518 1816 21247 0,'0'11'0'0,"0"-2"0"0,1 2 0 0,2 2-368 15,-1 2-64-15,0-1-16 0,-1-1 0 0,-1 0-96 0,2-1-32 0,0-1 0 0,-2-1 0 0,-2 0 576 16,-1 0 0-16,-2 2 0 0,-2 0 0 0,-1 3 448 16,-3 2 0-16,-1 5 0 0,1 3 0 0,-1 6 368 15,2 4 64-15,2 2 16 0,1-2 0 0,1-4-464 16,3-3-96-16,-1-4-16 0,3-4 0 0,1-4-320 16,0-3 0-16,1-3 0 0,1-2 0 0,-2-8 0 15,3 8-128-15,-3-8 0 0,8 6 0 0,-3-3 128 16,2-2 0-16,1-1 0 0,-1-2 0 0,-1 0 0 0,2-1 0 15,-1-1 0-15,-2 0 0 0,2-2 0 16,-1-1 0-16,-1 0 0 0,-2 0 0 16,2 0-544-16,-3 1-80 15,-2 6-16-15,0 0 0 0,0 0-864 0,0 0-176 0,0 0-48 16,0 10-4928-16</inkml:trace>
  <inkml:trace contextRef="#ctx0" brushRef="#br0" timeOffset="27731.79">19373 3992 22527 0,'0'0'0'0,"0"0"0"0,0 11 0 0,-2-1-160 31,-1 1-32-31,0 3 0 0,-2 2 0 0,0 3-560 0,-2 3-112 0,1 6-32 0,-2 5 0 0,-1 6 896 16,1 4 0-16,-2-2 0 0,0-4 0 0,1-4 544 16,-1-5 80-16,5-3 16 0,2-4 0 0,3-4-208 15,5-4-48-15,2-3 0 0,3-4 0 0,4-3-144 16,1-4-48-16,1-3 0 0,2-3 0 0,0-3 256 15,0-5 64-15,5-2 0 0,0-2 0 0,5-5-160 16,2-7-32-16,-1-4 0 0,2-5 0 0,-1 1-320 0,-1 1 0 0,-5 7 0 16,-5 5 0-16,-4 4 0 15,-4 3 0 1,-4 3 0-16,-5 2 0 0,-4 1-384 0,-3 1-160 0,-1 1-32 0,-3 0 0 0,-1 1-448 16,-1 0-112-16,3-4-16 0,0-1 0 0,4-7-2096 15,4-7-416-15,-1-4-96 0,-3-4-336 0</inkml:trace>
  <inkml:trace contextRef="#ctx0" brushRef="#br0" timeOffset="28189.15">20860 2090 26367 0,'13'10'0'0,"-2"3"0"0,1 6 0 0,-1 7-256 31,1 4-64-31,-2 1 0 0,0 0 0 0,-2-3-1216 15,-2-4-256-15,-2-4-64 0,-1-5 0 0,-1-3-608 0,-4-3-128 0,2-9-32 0,-7 6 0 0,7-6 2624 0,-9-1 704 0,-1-1 64 0,0-1 0 0,0-1-64 16,0-2 0-16,0-1 0 0,2-1 0 0,2-2-704 16,-1-1-368-1,4-3 48-15,1-2 0 0,0-2 320 0,4-2-176 16,0 0 176-16,1 1-128 0,4 1 304 0,1 2 64 16,0 3 16-16,0 3 0 0,2 4-112 0,0 2-16 0,0 4 0 15,0 4 0-15,-1 4-128 0,1 4 0 0,0 2 0 16,0 2 0-16,1 1 0 0,-2 2 128 0,2-2-128 0,2-1 128 0,0-2-128 31,4-2-176-31,-1-3 48 16,2-4 0-16,2-3-256 0,-2-2-64 0,0-4 0 0,-1-4 0 0,-2-3-960 15,-1-3-208-15,-3-4-48 16,-1-5-1072-16</inkml:trace>
  <inkml:trace contextRef="#ctx0" brushRef="#br0" timeOffset="28483.2">21406 1946 4607 0,'13'-6'0'0,"-1"3"0"0,4 0 0 0,2 2 656 16,5 3 144-16,2 1 32 0,1 1 0 0,0 2 96 15,4 2 32-15,-2 2 0 0,-2 3 0 0,0 1-208 16,-1 0-48-16,-2 3 0 0,-2 2 0 0,-3 1-512 31,1 0-192-31,-2 0 144 0,-4-1-144 0,0-1-944 16,0-1-272-16,-3-4-48 0,-2-4-16 0,-3-3 416 0,-5-6 80 0,0 0 16 0,0 0 0 0,0 0 1584 16,0 0 320-16,0 0 64 0,4-8 16 0,-1-1-208 15,0-2-48-15,1 0 0 0,0 1 0 0,3 0-608 16,4 0-128-16,1 2-32 0,4 2 0 0,1 2-400 15,3 1-96-15,1 3-16 0,2 2 0 0,0 2 160 0,2 2 32 16,-2 4 0-16,-4 4 0 0,1 2-64 0,0 3 0 0,-1 0 0 0,-1-1 0 0,0 1 64 16,2 1 0-16,0 0 0 0,0-2 0 0,1-2-112 31,2-1-16-31,0-2 0 16,2-3 0-16,-4-1-768 0,0-1-144 0,-1-1-48 15,2-3 0-15,-4-1-48 0,-3-1-16 0,0-1 0 0,0-1-304 16</inkml:trace>
  <inkml:trace contextRef="#ctx0" brushRef="#br0" timeOffset="28610.54">22620 2345 4095 0,'15'7'0'0,"-4"-2"0"0,1 1 0 0,3 1 352 16,1 1 80-16,5 0 16 0,2 0 0 0,2 2-256 15,1 0-64-15,2 0 0 0,0 0 0 0,0 2-128 16,-3 1 0-16,-4-1 0 0,-1-1-176 0,-2 0 48 16,-2-1 0-16,-1-2 0 0,0-3 0 15</inkml:trace>
  <inkml:trace contextRef="#ctx0" brushRef="#br0" timeOffset="28728.58">23382 2372 9727 0,'19'15'0'0,"-6"-4"0"0,2 2 0 0</inkml:trace>
  <inkml:trace contextRef="#ctx0" brushRef="#br0" timeOffset="28874.36">23944 2272 17151 0,'38'13'0'0,"-10"-3"0"0,3 2 0 0,0 1 144 15,2 1 48-15,-5 1 0 0,-3 1 0 0,-2 1-720 16,-2 1-144-16,0-1-32 0,-3-1-5760 0</inkml:trace>
  <inkml:trace contextRef="#ctx0" brushRef="#br0" timeOffset="29602.74">20297 4422 24831 0,'18'1'0'0,"-5"1"0"0,4 0 0 0,2 0 0 31,4 1-208-31,0 1 64 0,-3 0 16 0,1 0-320 0,-3 0-48 0,-4 0-16 0,-3-1 0 0,-1-1 112 16,0-1 16-16,-4-1 0 0,-6 0 0 0,7-3 384 15,1 0 0-15,-3-1 0 0,-2-1 0 0,3 0-128 16,1-1 128-16,-4 0-128 16,1 0 128-16,-4 6-2336 0,3-6-384 0,-3 6-80 15,0 0-2576-15</inkml:trace>
  <inkml:trace contextRef="#ctx0" brushRef="#br0" timeOffset="29776.56">20896 4597 5375 0,'16'32'0'0,"-7"-12"0"0,0-1 0 0,1-1-208 16,-2-2-48-16,1-2 0 0,-1-4 0 0,-2-3 256 31,1-2 0-31,-7-5 0 0,8 1 160 0,-1-2-480 0,-2-3-112 0,0-3-16 0,0-4 0 0,0-2 672 16,1-3 128-16,1-1 32 0,1-1 0 0,0 0-256 31,0-1-128-31,2 0 128 0,2 4-1920 0</inkml:trace>
  <inkml:trace contextRef="#ctx0" brushRef="#br0" timeOffset="29900.09">21401 4782 15103 0,'13'13'0'0,"-1"-4"0"0,2 0 0 0,1 0 0 31,5-2-208-31,1-2 64 0,2-2 16 0,2-2-976 16,-2-2-192-16,2-2-48 0,-2-1-3136 0</inkml:trace>
  <inkml:trace contextRef="#ctx0" brushRef="#br0" timeOffset="30122.68">21762 4682 7167 0,'14'-24'0'0,"-5"8"0"0,2-2 0 0,2-1 608 0,2 0 128 16,3 2 32-16,2 2 0 0,3 3-624 0,7 2-144 0,2 2 0 0,1 2 0 0,3 3-176 16,2 2-64-16,-3 3-16 0,-4 1 0 0,-2 1 64 15,1 0 0-15,0-1 0 0,-1 0 0 0,4 0 192 16,5 1-144-16,3 0 144 15,1 1-128-15,1 0 128 0,-4 1 176 0,-3-2-48 16,-3-1 0-16,-4-3-128 0,-4-2 0 0,1-2 0 0,-1-2-176 16,3 0 608-16,2 0 112 0,1 0 32 0,0 1 0 0,0 1 608 15,2 0 128-15,-3 1 32 0,-3 1 0 0,0 1-768 16,-1-1-160-16,-1 0-32 0,-2-1 0 0,1-1-384 47,0-2 0-47,3 2-224 0,53-1-6736 0</inkml:trace>
  <inkml:trace contextRef="#ctx0" brushRef="#br0" timeOffset="30321.46">24016 4900 20223 0,'22'16'0'0,"-7"-2"0"0,1 3 0 0,4 4 656 15,-1 4 144-15,-2 0 32 0,1 0 0 0,-2-1-576 16,2-2-96-16,0-2-32 0,-3-3 0 0,0-2-128 31,1-2-176-31,-2-3 48 0,-1-3 0 0,1-2-1648 0,1-3-320 16,1 0-64-16,2-1-5072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2:44:30.3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1016 5692 13055 0,'0'0'0'16,"0"0"0"-16,3 8 0 0,-1-1 0 0,-2-7 192 0,1 9-48 0,-1-1-16 0,0 0-304 16,0-8-64-16,2 9-16 0,0-1 0 0,-2-8 256 15,0 0-144-15,0 0 144 0,0 0-128 0,1 7 128 16,-1-7 176-16,0 0-48 0,0 0 0 0,0 0 576 15,7 3 96-15,-7-3 32 0,8 1 0 0,0 0-464 16,0-1-96-16,-1 0-16 0,1 0 0 0,2 0-256 16,0 0 0-16,-2 1 0 0,2 0-144 0,-2 1 144 15,0 0 176-15,2 0-48 0,-2 0 0 0,2 0 0 16,0 0 0-16,0 0 0 0,1-1 0 0,-1-1 64 16,4-1 0-16,-3-1 0 0,2-2 0 0,0 1-192 15,4 0 128-15,1 0-128 0,3 0 128 0,1 1-128 16,2 0 128-16,0 0-128 0,1 1 128 0,1 1 64 15,2 0 0-15,-3 1 0 0,-2 1 0 0,-2 1-192 16,2 1 0-16,-2 0 0 0,-1 0-176 0,5-1 448 16,2-1 96-16,6 1 16 0,7 1 0 0,6 1-256 15,6 1-128-15,-1 0 128 0,-2 0-128 0,-3-3 128 16,-5-3-128-16,8-2 128 0,5-2-128 0,7 2 0 16,3 2 0-16,-5 1 0 0,-6 1 0 0,-1-3 0 0,1-2 0 15,6 1 0-15,10 0 0 0,-6 4 128 0,-5 2-128 0,-4 0 128 16,-6-3-128-16,3 0 384 0,3 0 0 0,5 1 0 15,0 1 0-15,-3 2-208 16,-5 1-48-16,-6-1 0 0,-4-1 0 0,0 1-128 0,7-1 0 0,0 0 0 16,-1-1 0-16,-2 1 0 0,-4 1-176 15,-7 0 48-15,-7-1 0 0,-5 0 256 0,-5-1 48 0,-4 0 16 0,-3-1 0 0,-2 0-192 16,-8-2 0-16,0 0 0 0,0 0 0 0,0 0 288 16,0 0 32-16,0 0 0 0,0 0 0 0,-15-3 256 15,-4-2 48-15,-13 0 16 0,-12-1 0 0,-8 1-512 16,-8 0-128-16,3 1 0 0,8-1 0 0,-10 0 320 15,-13-2 64-15,-4 3 0 0,-3 2 0 16,4 0 96-16,4-1 32 0,-11 0 0 0,-11 1 0 16,4 2 0-16,7 1 0 0,-8 0 0 0,-12-1 0 0,7 3-320 15,8 3-48-15,-5-1-16 0,-5-2 0 16,1 5-128-16,5 2-176 0,3-1 48 0,4-2 0 0,-3 2 128 16,0 0 0-16,10 0 128 0,13-2-128 0,-1 1 0 15,-3-1 0-15,-1-1 0 0,5-2 0 0,8-1 176 16,10-1-48-16,10 0 0 0,5 0 0 0,8 0-128 15,5-1 128-15,3-2-128 0,7-1 128 0,8 2-128 32,0 0 0-32,-5-6 0 0,5-2 0 0,7-1-736 0,4-2-176 0,7-2-48 0,4-2 0 0,14-1 672 15,15 0 128-15,9 1 32 0,9 4 0 0,-3 2 128 16,-2 0 0-16,8 1 0 0,16 1 0 0,-4 4 0 16,-7 4 0-16,4-1 0 0,3-2 0 0,1 4 0 15,5 5 0-15,-11 0 0 0,-6-2 0 0,5 2-128 0,10 2 0 16,-6 1 0-16,-12 3 0 0,-3-1 256 0,-2-1 48 15,6 0 16-15,7 0 0 0,-9-1-192 0,-8-2 0 0,-7-1 0 0,-6 0-176 0,3-3 176 16,1-1-128 0,-2-3 128-16,-4-2-128 0,-7-1 128 0,-3-2 0 0,-10-1 128 0,-6 0-128 0,-5 1 0 15,-3 1 0-15,-5 0 0 0,-7 4 0 0,0 0 176 16,0 0-48-16,-8-5 0 16,-8 2 0-16,-10 3-128 0,-14 4-176 15,-9 3 48-15,-4 1 0 0,-1 4 128 0,5 3-128 0,-7 1 128 0,-6 0-128 0,-9-1 560 16,-8 0 112-16,6-1 32 0,11-1 0 0,-11 0-368 15,-12 0-64-15,6 0-16 0,5-1 0 0,4-1-128 16,4-1-176-16,-6-1 48 0,-7 0 0 0,7 1 304 16,8 0 64-16,8-2 16 0,9-2 0 0,1-2-256 15,0-2 0-15,3-1 0 0,2-1-160 0,6-1 288 16,4-1 48-16,8 1 16 0,8-1 0 0,2 0-64 16,5-1 0-16,8 3 0 0,0 0 0 0,17-6-304 15,10 0-64-15,11 1-16 0,11 2 0 0,2 0-96 16,0-2-32-16,17 0 0 0,14 0 0 0,3 3 384 15,-1 3-176-15,6-1 176 0,0-1-128 0,2 1 128 16,2 2 0-16,-6 0 128 0,-6-1-128 0,4 2 128 16,7 3-128-16,-14 1 128 0,-15 1-128 0,-5-1 0 15,-5-1 0-15,-3 1 0 0,-5 2-128 0,-10 1 0 32,-8 2 0-32,-12 0 0 0,-7 1 0 0,-13 2-976 15,-9 2-192-15,-12 2-48 0,-14 1 0 0,-7 0 64 16,-8-1 0-16,-25-9 0 0,-26-10-7888 0</inkml:trace>
  <inkml:trace contextRef="#ctx0" brushRef="#br0" timeOffset="16488.5">9175 4745 15359 0,'0'0'0'0,"0"0"0"0,7-4 0 0,-1 1 560 0,2 0 112 16,0 0 32-16,-1-1 0 0,-2 1-208 15,-5 3-48-15,8-1 0 0,-8 1 0 0,0 0 0 0,0 0 0 16,5 7 0-16,0 3 0 0,-2 6 160 0,-3 5 32 0,0 5 0 15,0 4 0-15,0 11-256 0,-3 11-64 0,1 10 0 0,2 9 0 0,-1-2-144 16,1-6-48-16,1 3 0 16,4 1 0-16,0 1-128 0,0 0 128 0,2-10-128 0,1-13 128 0,0-9 64 15,0-8 0-15,2-6 0 0,0-5 0 0,0-6 144 16,3-6 48-16,2-4 0 0,3-4 0 16,9-6 96-16,4-5 32 0,2-6 0 15,2-4 0-15,-1-14-512 0,2-14 0 0,-6-2 0 0,-5 0 0 0,-2 1 144 16,-2 2-144-16,-3-1 128 0,-5-1-128 0,2-5 0 15,-2-6 0-15,0 7 0 0,0 7 0 0,0 7 240 16,1 6-48-16,-1 5 0 0,-2 3 0 0,-1 3-192 16,0 2 144-16,-3 5-144 0,-3 3 128 0,1 5-128 15,-3 4 0-15,-2 7 0 0,0 0 0 0,0 0-176 16,-2 12-64-16,-4 3-16 0,-4 2 0 0,3 3-96 16,-1 3-32-16,-2 2 0 0,0 1 0 0,2 11 384 15,0 10 0-15,2 9 0 0,-1 7 128 0,4-3 256 16,1-6 64-16,-1 5 0 0,-1 3 0 0,4 7 0 15,2 6 0-15,1-8 0 0,-1-11 0 0,0-4-320 16,1-2-128-16,-1 5 128 0,-1 4-128 0,2-1 240 16,-1-3-48-16,-2-9 0 0,0-9 0 0,0-4-192 15,0-5 144-15,-2-4-144 0,-2-4 128 0,0 0-400 32,-1-1-96-32,2-2-16 0,-2-2 0 0,0-1-1216 15,-1-3-256-15,-1-2-64 0,1-3 0 0,1 4-2496 0,1 3-512 0,-2-4-112 16,-1-5-32-16</inkml:trace>
  <inkml:trace contextRef="#ctx0" brushRef="#br0" timeOffset="20434.3">11539 6090 6399 0,'46'-2'0'0,"-20"2"0"0,-1 0 0 0,0-1 448 0,-1-1 112 0,-4 0 16 0,1-1 0 0,-1 0-208 16,1-1-48-16,-1-1 0 0,1-1 0 0,-3 1 320 15,-1 0 48-15,0-1 16 0,-2-1 0 0,-2-1 512 16,-1-2 96-16,-2-2 32 0,-1-3 0 0,-2-3-416 16,1-2-80-16,-3-4-16 0,0-3 0 0,0-2-560 15,-2-1-112-15,-1 0-32 0,-2 3 0 0,-2 2 208 16,-1 2 48-16,1 3 0 0,-3 1 0 0,1 1-112 15,-3 0-16-15,-1 0 0 0,-1-1 0 0,-2-1 0 16,0-2 0-16,-3-3 0 0,0-3 0 0,-4-2-256 16,-2-1-256-16,2 2 64 0,-1 2 0 0,-1 3 0 15,2 2 0-15,0 4 0 0,-2 2 0 0,0 1-64 16,-3 1 0-16,-4 2 0 0,-5 2 0 0,-4 2 256 16,-7 0 160-16,1 2-32 0,-1 1 0 0,2 3-128 15,7 1 0-15,1 1 0 0,3 1 0 0,-3 2 288 16,-3 0 32-16,-6 2 0 0,-1 1 0 0,-3 2-320 15,0 1-144-15,5 3 16 0,7 3 0 0,3 3 304 16,3 3 64-16,3 4 16 0,2 3 0 0,-2 5 192 16,1 4 64-16,-2-1 0 0,-1-4 0 0,3-3-256 15,1-4-64-15,3-2 0 0,3-2 0 0,3 0 112 0,5 1 16 16,3 3 0-16,4 3 0 0,6 6 144 0,4 6 48 0,3 1 0 16,4-3 0-16,3-3-512 0,0-4 0 15,2-5-208-15,1-5 64 0,-1-2 144 0,1-1 0 0,-3-1 0 0,2-1 0 16,-2-1-288-1,0-1-32 1,2 1 0-16,1 1 0 0,2 2-512 16,0 1-96-16,2 4-32 15,29 44-9952-15</inkml:trace>
  <inkml:trace contextRef="#ctx0" brushRef="#br0" timeOffset="23228.5">10904 13869 12287 0,'0'0'0'0,"0"0"0"0,0 0 1216 16,0 0 256-16,0 0 64 0,0 0 0 0,0 0-464 0,0 0-96 15,0 0-16-15,0 0 0 0,3 6-560 16,-3-6-112-16,0 0-32 0,4 8 0 0,-4-8-256 0,1 8 0 0,-1-8 0 16,2 8 0-16,-2 0 160 0,2 1-32 0,-1 0 0 15,2 0 0-15,-1 1 160 0,0 1 32 0,-1 2 0 0,3 1 0 0,-1 1-64 16,2 1 0-16,-2 2 0 16,4 2 0-16,-1 0-256 0,3 0-144 15,0-1 16-15,1-3 0 0,3 0-160 0,1-1-32 0,0 0 0 16,4-1 0-16,0-1 112 0,2 0 16 0,-2-1 0 0,2-1 0 0,1 2 192 15,-1 0 0-15,-2 1 0 0,0 0 0 0,0 0 0 16,1 0 256-16,-2 0-48 0,-3-1-16 16,1 0 368-16,0-2 64 0,1-1 16 0,2-2 0 0,2-1 48 15,3-1 16-15,5-2 0 0,5-2 0 0,3-3-416 16,5-1-80-16,-1-3-16 0,-3-3 0 0,-4 0-48 16,-5 0-16-16,-2-3 0 0,-1-3 0 0,0-1 208 15,-1-2 48-15,3 0 0 0,2 1 0 0,-1 2-160 16,4 0-32-16,-4 0 0 0,-1-1 0 0,-3 0-48 15,-2-1-16-15,-4-2 0 0,-2-1 0 0,-3-4 112 32,-3-5 16-32,-3-5 0 0,-3-5 0 0,-2-1-576 15,-4 0-96-15,-1 5-32 0,-2 4 0 0,-5 3-96 0,-1 2-32 0,-4 1 0 0,-3 2 0 0,-7 1 576 16,-2-1 0-16,-3-3 0 0,-1-3 0 0,-1-2 0 16,0-2 0-16,6 1 192 0,1 1-48 0,2 2 304 0,-3 1 48 15,1 4 16-15,-2 2 0 0,-5 4-512 16,-4 3 0-16,0 2 0 0,-2 1 0 0,-1 2 304 0,3 2-48 0,3 1 0 0,5 0 0 0,0 2-256 31,2 2 160-31,-2 2-160 0,0 0 128 0,-7 3 208 0,-5 3 48 0,-3 1 0 0,-3 0 0 0,5 4-256 16,2 3-128-16,4 4 128 0,4 4-128 0,3 5 0 15,4 5 0 1,-1 2 0-16,0 2-128 0,-3-1 352 0,2-2 80 0,0-4 16 0,3-4 0 0,3-2-64 16,2-2 0-1,5 0 0-15,3 1 0 0,5 7-256 0,5 5-256 0,4 8 64 0,5 7 0 0,4-1 192 16,4-4 0-16,3-6 0 0,1-7 0 0,2-2 0 31,0-2-144-31,0 1 144 16,-2 0-128-16,-1 3-576 0,1 2-96 0,2 2-32 0,-1 1 0 0,6 1 208 15,6 1 48-15,2-7 0 0,2-6 0 0,1-4-416 16,1-4-80-16,-6-3-16 0,-1-3 0 0,-4 1-400 31,-4 0-96-31,-1-3-16 0,55 3-7744 0</inkml:trace>
  <inkml:trace contextRef="#ctx0" brushRef="#br0" timeOffset="31292.77">21327 15156 26111 0,'-18'-2'0'0,"5"1"0"0,-2 0 0 0,0 1 512 0,-1 0 96 16,-2 0 32-16,3-1 0 0,-1 0-112 0,-1-1-16 0,4-1 0 0,-1-1 0 0,4 0-352 16,0 0-160-16,2 0 128 0,0 0-128 15,3 0 240-15,-2-1-48 0,2 1 0 16,5 4 0-16,-6-4-192 0,1-1-256 0,5 5 48 0,0 0 16 0,0 0 400 15,0 0 96-15,0 0 16 0,7 9 0 16,4 8-160-16,7 7-32 0,3 10 0 0,7 9 0 0,1 0 720 16,2-3 144-16,-1-2 32 0,-2-3 0 0,0 2 48 15,1 4 16-15,1 9 0 0,3 7 0 16,8 1-512-16,8 0-112 0,2-7-16 0,3-8 0 16,-6-4-96-16,-7-2-32 0,-3 4 0 0,-5 4 0 0,4 1-144 15,4 1-48-15,0-5 0 0,2-7 0 0,-4-7-128 31,-3-6 128-31,-6-5-128 16,-6-5 128-16,-4-2-1216 16,-4-2-256-16,-6-2-64 0,-13-19-15200 0</inkml:trace>
  <inkml:trace contextRef="#ctx0" brushRef="#br0" timeOffset="31524.46">21552 15413 46079 0,'-36'4'0'0,"13"3"0"0,0 2 0 0,-2 2 0 16,1 1 0-1,-4 4 144-15,-5 5-144 0,-3 5-384 0,-2 4-144 0,-8 7-48 16,-6 7 0-16,-2 0-1168 0,6-4-240 0,2-3-64 0,5-3 0 0,-10 7-1216 15,-14 6-256-15,1 2-64 16,3 0-7168-16</inkml:trace>
  <inkml:trace contextRef="#ctx0" brushRef="#br0" timeOffset="-194733.33">18069 2270 22015 0,'-2'8'0'0,"2"1"912"15,0 1 192-15,-2 0 48 0,-1-1 0 0,0 0-880 0,3-1-272 0,0-8 160 0,-4 10-160 0,0-1 288 16,1-1-32-16,-2-1 0 0,0-1 0 0,0 0-96 16,5-6-32-16,-5 8 0 0,0-1 0 0,5-7-128 15,-1 8 0-15,1-8 0 0,-4 9 0 0,3 0 0 16,1 0 128-16,0 1-128 0,0 1 128 0,0 6-128 16,1 5-272-16,-1 8 64 0,2 8 16 0,0 5 192 15,-1 4 160-15,1-4-32 0,0-4 0 0,-1 0-128 16,1-1 0-16,-2 14 0 0,0 16-176 0,0 4 176 15,2 1 0-15,-1-3 0 0,2-4 0 0,-1 20 432 16,0 22 112-16,-1-6 32 0,3-9 0 0,-1 13-256 16,2 16-64-16,0 6 0 0,2 5 0 0,2-5 160 15,0-6 32-15,1 11 0 0,3 13 0 0,1 9-256 16,2 8-64-16,2 2 0 0,0 0 0 0,5 5-128 16,7 5 128-16,4 4-128 0,4 4 128 0,3 15 416 15,3 15 80-15,-6 8 16 0,-2 3 0 0,-5 8 96 16,-6 7 32-16,-4 2 0 0,-2 1 0 0,-3 24 96 15,-3 27 32-15,-3-2 0 0,0-4 0 0,-7 20-320 16,-3 21-48-16,-2-13-16 0,-3-16 0 0,-3 18 0 16,-2 23 0-16,-1-4 0 0,1-6 0 0,0-3-144 0,2-1-48 15,0 5 0-15,0 6 0 0,-2-9-144 0,-2-9-48 16,-1-1 0-16,3 0 0 0,-1-14-128 0,3-14 0 0,-1 0 0 0,3 3-176 0,2-19 176 31,4-17-128-31,2-19 128 16,5-15-128-16,3-10-1392 0,4-9-272 0,3-14-48 0,-1-12-16 0,5-19-3328 15,3-18-656-15,0-25-144 0,4-23-4480 0</inkml:trace>
  <inkml:trace contextRef="#ctx0" brushRef="#br0" timeOffset="-180331.8">17770 2077 14847 0,'28'0'0'0,"-5"2"0"16,7 1 0-16,3 5 704 0,5 3 160 0,-1 7 32 0,-1 6 0 0,-1 9-160 15,-3 5-32-15,-6 1 0 0,-1-1 0 0,-4 0 0 16,2-1 0-16,-3 1 0 0,1-1 0 0,-1 9-48 16,3 9-16-16,-2 0 0 0,2-3 0 0,-3-7-400 15,0-9-96-15,-4-6-16 0,-3-3 0 0,-1-6-128 31,-4-5 0-31,0-3 0 0,-3-2-176 16,-3-1-320 0,-2-10-64-16,0 0-16 0,-8-10-9600 0</inkml:trace>
  <inkml:trace contextRef="#ctx0" brushRef="#br0" timeOffset="-180013.05">18507 2184 23295 0,'-6'9'0'0,"2"-2"0"0,-1 0 0 0,-3 1 0 16,0 1 0-16,-2 1 0 0,0 1 0 0,-1 3 400 16,-1 2 96-16,-1 2 16 0,0 0 0 0,-3 2 96 15,-4 2 32-15,-5 2 0 0,-1 1 0 0,-4 7-320 16,-1 6-48-16,5 7-16 0,3 6 0 0,-2-1-48 15,1-3-16-15,-1-7 0 0,0-9 0 0,-1-3 112 16,-3-2 16-16,1-5 0 0,0-4 0 0,2-1-320 16,1 0 0-16,4-2 0 0,3-4 0 0,5-1 0 31,1 0-256-31,4-3 64 0,2-1 0 16,6-5-1184-1,0 0-224-15,-9 0-64 0,6-16-8752 0</inkml:trace>
  <inkml:trace contextRef="#ctx0" brushRef="#br0" timeOffset="-179431.47">17552 2341 24575 0,'-5'13'0'0,"2"-3"0"0,-4 1 0 0,-3 1 448 16,-3 1 112-16,-2 0 16 0,-1 0 0 0,-4 1-160 15,-3 1-32-15,1 3 0 0,1 1 0 0,1-1 0 16,0-1 0-16,-1 0 0 0,-1 0 0 0,-4 1-256 15,0 1-128-15,-4 0 128 0,-1 0-128 0,0 0 0 16,3-1 0-16,5-2 0 0,5-4 0 0,3-1 0 16,7-1-224-16,3-2 32 0,5-8 0 0,3 8 192 15,5 0 0-15,4-3 0 0,4-2 160 0,4 2-32 16,6 4 0-16,2-3 0 0,2-2 0 0,-1 2 512 16,1 2 112-16,-2 0 16 0,3-1 0 0,2 1 48 15,3 0 16-15,5 0 0 0,1-1 0 0,1 1-368 16,-2 1-64-16,-5 1-16 0,-5-1 0 0,-8 0-384 0,-3 0 0 0,-5-1 0 15,-4-2 0-15,-3-1-176 16,-8-5 176 0,0 0-128-16,0 0 128 0,0 0-1216 15,0 0-144-15,0 0-48 0,-21-6-12224 16</inkml:trace>
  <inkml:trace contextRef="#ctx0" brushRef="#br0" timeOffset="-177359.08">13727 3523 22015 0,'2'43'0'0,"0"-16"0"0,-1-1 0 0,1 1 0 16,0-1 0-16,-1-1-160 0,3-3 160 0,0 0 0 16,3-1 224-16,0-3-32 0,-1-3 0 0,4-3 368 15,1-3 64-15,3-2 16 0,4-4 0 0,3-4 96 0,4-5 32 0,3-3 0 16,1-4 0-16,1-3-624 0,-1-2-144 0,-2 1 0 16,-4 0 0-16,-4 2 0 0,-4 1 0 0,-2 1 0 15,-1 1-176-15,-2 2 304 0,-1 0 48 0,-2 0 16 0,-2 0 0 0,-2 5 192 16,-3 5 64-16,0 0 0 0,0 0 0 0,0 0 48 15,8 10 16-15,-3 7 0 0,-3 5 0 0,0 14-320 16,-1 14-48-16,-2 7-16 0,-1 5 0 0,-1 0-128 16,-1-1 128-16,1 6-128 15,-2 8 128-15,-1-6-128 0,1-9 0 0,1-12 0 0,1-13-176 0,1-8 304 16,2-7 48-16,-1-5 16 0,-1-5 0 0,2-10-192 31,0 0-176-31,0 0 48 0,0 0 0 0,5-9-1488 31,2-10-304-31,1-15-48 0,41-131-9360 0</inkml:trace>
  <inkml:trace contextRef="#ctx0" brushRef="#br0" timeOffset="-177175.75">14546 3603 26367 0,'10'15'0'0,"-5"-6"0"0,3-1 0 0,0 0 912 15,2-2 192-15,0-1 48 0,0-1 0 0,5 0-320 16,1-2-48-16,-1-1-16 0,3-1 0 0,0-1-304 15,2-1-64-15,1-1-16 0,-1-1 0 0,-2 0-560 32,2-1-112-32,-4 0-32 0,-3-1 0 0,0 1-1024 15,-4 0-192-15,-3 0-64 0,1 0 0 0,-2 1-1216 0,-5 4-256 0,1-7-64 16,-2-2-4880-16</inkml:trace>
  <inkml:trace contextRef="#ctx0" brushRef="#br0" timeOffset="-176996.17">14914 3873 33535 0,'23'2'0'0,"-8"-2"0"0,4-2 0 0,-1-3-1392 16,2-3-272-16,-2 0-48 0,0-1-16 0,-2-1-912 15,-1-1-192-15,-2 1-48 0,-1 0 0 0,1-1-352 0,2-1-80 0,-4 4-16 0,-4 4 0 0</inkml:trace>
  <inkml:trace contextRef="#ctx0" brushRef="#br0" timeOffset="-176657.15">15375 3712 33791 0,'-5'25'0'0,"2"-2"0"0,-4 7 0 0,-1 6-416 0,0 3-80 0,0-2-16 0,1-5 0 0,2-3 160 32,4-4 32-32,1-3 0 0,3-5 0 0,0-4-208 0,2-5-48 0,3-4 0 0,2-2 0 0,5-3 1024 0,5-2 208 0,4-3 48 0,7-1 0 15,7-1-368-15,5-2-64 16,-2-2-16-16,1-4 0 0,-4-1-256 0,-5-3 160 16,-1-2-160-16,-2-1 128 0,4-3 0 0,4-3 0 15,0 1 0-15,1 1 0 0,-2 3 320 0,-3 2 48 0,-6 4 16 16,-2 3 0-16,-8 3 96 0,-3 2 32 15,-5 1 0-15,-2 1 0 0,-4 0-256 0,-1 1-64 0,-2 0 0 0,-2 0 0 0,-3 1 64 32,-2 0 0-32,-4 1 0 15,-3 1 0-15,-5 1-1536 0,-5 0-320 16,-3 1-48-16,-4 1-16 0,2 1-608 0,-1 2-128 0,1 2-32 16,1 3 0-16,3 0-1888 0,2 1-384 0,-4-5-80 0,0-5-592 0</inkml:trace>
  <inkml:trace contextRef="#ctx0" brushRef="#br0" timeOffset="-175436.19">20589 2404 22271 0,'-5'27'0'0,"0"-5"0"0,-2 7 0 0,1 7 0 15,-2 7 192-15,1 0-48 0,-1-1-16 0,4-4-128 16,0-5 128-16,1-5-128 0,1-4 128 0,2-5 0 16,2-5 0-16,1-5 0 0,-3-9 0 0,8 6 1088 15,0 2 192-15,0-3 64 0,2-4 0 0,0-1-720 16,1 0-144-16,-1-2-32 0,2-4 0 0,1 0-352 16,0 0-80-16,2-2-16 0,-2-3 0 0,3-1-128 0,1 0 128 0,-1-4-128 15,2-4 128-15,0-4 0 16,2-4 0-16,0-2 0 0,-1-1 0 0,-2 3-304 0,-1 2-64 0,-3 4-16 15,-1 4 0-15,-4 5 64 0,0 3 0 0,-3 4 0 0,-5 6 0 0,0 0-112 16,0 0-16-16,4 14 0 0,-1 7 0 0,-3 12 0 16,2 12 0-16,-4 1 0 15,0-2 0-15,1-2 320 0,-1-1 0 0,0-1 0 0,2 1 144 0,0 8-16 16,0 8 0-16,0-4 0 0,2-8 0 0,0-5 464 16,-1-5 96-16,1-5 16 0,1-4 0 0,0-2-256 15,1-2-64-15,-3-2 0 16,1-2 0-16,-2-1-384 15,0-2 0-15,-2-4 0 0,-1-3 0 16,3-8-480-16,0 0 32 0,0 0 0 0,0 0 0 0,-8-7-832 16,0-4-144-16,0-1-48 0,1-1 0 15,4-2-304-15,-1-3-64 0,6-9-16 0,3-10-6624 0</inkml:trace>
  <inkml:trace contextRef="#ctx0" brushRef="#br0" timeOffset="-175189.79">21367 2642 33791 0,'5'13'0'0,"-1"-3"0"0,3 2 0 0,1 1 0 15,2 0-208-15,0-1 64 0,3-3 16 0,2 0 128 16,1-1 176-16,4-3-48 0,3-2 0 0,3-1 0 16,2-3 0-16,2-2 0 0,-1-2 0 0,1-3-128 15,-2-4 128-15,-4-2-128 0,-1-3 128 0,-3 0-304 16,-2 0-64-1,0 1-16-15,-2 1 0 0,-1 1-608 0,-2 1-128 16,-2 3-32-16,-1 1 0 0,-1 2-768 0,-1 1-144 0,-3 2-48 0,-5 4 0 0,0 0-704 16,0 0-160-16,0 0-32 0,-5 12-2832 0</inkml:trace>
  <inkml:trace contextRef="#ctx0" brushRef="#br0" timeOffset="-175009.53">21547 3120 24319 0,'23'16'0'0,"-5"-6"0"0,2-1 0 0,5-1 1072 0,3-1 208 0,-2-3 64 0,-2-2 0 0,0 0-832 16,0 1-144-16,-1-1-48 0,1-3 0 0,-1 1-320 31,2 0-240-31,-2-1 48 0,-2-2 0 0,-3 0-1184 16,-3 1-224-16,-5-1-64 0,-4-1 0 0,1-6-1168 15,3-8-240-15,-7-3-64 0,-6-3-3136 0</inkml:trace>
  <inkml:trace contextRef="#ctx0" brushRef="#br0" timeOffset="-174764.1">22607 2356 27903 0,'15'11'0'0,"-7"-3"0"0,3 1 0 0,-1 3 0 0,0 3-208 16,-2 3 64-16,-1 3 16 0,-2 16 352 0,-4 17 80 0,-4 7 16 0,-2 4 0 16,-1 1 192-16,-3 1 64 0,-2 13 0 15,-2 14 0-15,3-6-368 16,0-10-64-16,0 2-16 16,0 5 0-16,-1-3-608 0,0-5-128 0,-1-11-32 0,0-12 0 0,-4 5-2704 15,-5 6-560-15,-7-6-96 0,-5-8-3536 0</inkml:trace>
  <inkml:trace contextRef="#ctx0" brushRef="#br0" timeOffset="-166248.21">11883 14085 16639 0,'0'0'0'0,"2"-7"0"0,1 0 0 0,2 0 560 0,-2 0 112 0,2 0 32 0,2 1 0 0,0 0-368 15,-1 1-64-15,1 0-16 0,-1 1 0 0,-1 0-48 16,0 0-16-16,-5 4 0 0,5-5 0 0,0 0 416 16,-5 5 80-16,5-4 16 0,-5 4 0 0,6-4-320 15,-1 0-48-15,-5 4-16 0,5-4 0 0,0 0-320 16,0 0 0-16,0 1 0 0,0 0 0 0,0 0 0 16,0 0 0-16,-5 3 0 0,8-4 0 0,-1 1 0 15,-7 3 0-15,8-2 0 0,-2 1-128 0,-6 1 128 16,7-1 0-16,1 1 0 0,0 0 0 0,-1 1 0 15,0 1 0-15,1 0 128 0,2 0-128 0,-2 1 320 16,-2 0 0-16,1 0 0 0,3 0 0 16,-2 1-144-16,0-1-48 0,0 1 0 0,2 0 0 0,2 0 112 15,1-1 16-15,0-1 0 0,4 0 0 0,2-2 352 16,4-1 80-16,0-1 16 0,3-1 0 0,-1 0-160 16,5-1-32-16,-4 0 0 0,-1-1 0 0,-2 1-96 15,0 0-32-15,-1 0 0 0,-4-2 0 0,2 0-96 16,-2-2-32-16,1 0 0 0,1 0 0 0,3 1-256 15,3 0 0-15,4 1 0 0,1 0-144 0,0 1 368 16,2 1 80-16,0 1 16 0,-5 1 0 0,0 1 0 0,-3 1 0 16,-2 0 0-16,-2-1 0 0,0-1-160 0,2-2-32 15,2 0 0-15,4 1 0 0,1 1 0 0,5 0 0 0,2 1 0 0,0 0 0 0,0 2 320 16,-3 1 48-16,-3 2 16 0,-3 0 0 16,-2-2-208-16,-1-2-48 0,5 0 0 15,3 0 0-15,4 2-96 0,4 1-32 0,2 1 0 0,1 1 0 16,-3 0 112-16,-3 0 16 0,-3-2 0 15,-6-2 0-15,0-2-64 0,-1-2 0 0,2-1 0 0,3-1 0 0,3 1 64 16,3 1 0-16,1 1 0 0,-1 0 0 0,-1 2 48 16,-4 2 16-16,-4 0 0 0,-2-2 0 0,-2 0-160 15,0-1-32-15,2-1 0 0,2 0 0 0,4 1 0 16,7-1 0-16,-1 1 0 16,0 0 0-16,-2 2-128 0,-4 1-176 0,-4-1 48 0,-4-1 0 15,0-1 128-15,-1-2 0 0,3-1 128 0,2-1-128 0,4 2 0 16,4 0 0-16,1 1 0 0,2 0 0 15,-3 2 0-15,-2 3 0 0,-3 0 0 0,-2 0 0 0,-3-2 320 16,0-1 0-16,4 0 0 0,4 0 0 0,5 1-192 16,4 0-128-16,-1 2 128 0,-3 0-128 0,-3 2 0 15,-3 1 0-15,-4-1 0 0,-3-2 0 0,0-1 128 16,1-2-128-16,4 1 128 0,5 1-128 0,0 0 128 16,3 0-128-16,-2 0 128 0,-2 0-128 0,-4 1 128 15,-2 1-128-15,-4-2 128 0,-3-3-128 0,1-1 0 16,-1-2 0-16,1 1 0 0,3 0 0 0,3 0 176 15,2 1-48-15,2 0 0 0,-1 1 0 0,0 1-128 16,-2 0 0-16,-4 2 0 0,-4 0-176 0,-4-1 176 0,1-1 0 0,-3-1 0 0,2-2 0 0,0 0 0 16,1 0 176-1,1 0-48-15,3 0 0 0,1 1-128 0,2 1-176 16,0 1 48-16,0 0 0 0,-2 1 128 16,1 1 0-16,-3 0 128 0,-1 1-128 0,-5 0 0 0,0 0 0 15,-3 1 0-15,-2-1 0 0,1 0 0 0,-3-1-128 16,1-2 0-16,-1-1 0 0,-3-1 128 0,0 0 176 0,1-1-48 0,0 0 0 0,0 0-128 15,-1 0 128-15,2 1-128 0,0 0 128 16,0 0-128-16,1-1 128 0,0 1-128 16,1 1 128-16,0 1-128 0,-1-1-176 0,2 0 48 0,-1 0 0 15,-1 1 128-15,-1 0-128 0,1 1 128 0,1-1-128 0,-4 0-160 32,-8 0-32-32,0 0 0 0,0 0 0 0,0 0-1584 15,0 0-320-15,0 0-64 0,-10-2-16 0,0-8-3680 16,-1-10-736-16,-2-17-160 0,-2-16-1968 0</inkml:trace>
  <inkml:trace contextRef="#ctx0" brushRef="#br0" timeOffset="-164990.35">19660 5611 2303 0,'0'0'0'0,"2"-8"0"0,1 0 0 0,-3 0 0 16,0-2 192-16,-1 1-48 0,-3 1-16 0,1 0 928 16,-2 1 176-16,-1 0 48 0,-1 1 0 0,-3 1-160 15,0-1-32-15,-1 2 0 0,-1 1 0 0,1 0-352 16,-1 1-80-16,-1 1-16 0,2 1 0 0,-1 1-400 15,1 1-96-15,-1 1-16 0,2 2 0 0,-1 0 160 16,4-1 32-16,7-4 0 0,-8 4 0 0,8-4 400 16,-8 4 96-16,8-4 16 0,0 0 0 0,0 0 192 15,-5 6 64-15,5-6 0 0,-2 8 0 0,2-8-208 16,2 9-48-16,3-1 0 0,3-2 0 0,5 0-400 16,2 0-96-16,5 0-16 0,0-1 0 0,3-1-96 15,3 0-32-15,0 0 0 0,-1 1 0 0,1-1 160 16,0-2 32-16,-1 0 0 0,0-1 0 0,1 1 144 15,3 1 48-15,4 0 0 0,8 0 0 0,2 1-208 16,7-1-48-16,-4 0 0 0,-1 0 0 0,-4 0-192 0,-2 0-128 16,2 0 128-16,3-1-128 0,9 0 432 15,6 0 16-15,0 0 0 0,-5 0 0 0,-3 0-208 0,0 0-48 16,3 0 0-16,5-1 0 0,5 0-48 0,5-1-16 0,-7 2 0 16,-7 0 0-16,4-2-128 0,6-1 0 0,4 0 0 0,8 2 0 15,-8 0 0-15,-7-1 0 0,4 0 0 0,8-1 0 0,2 1 192 16,2 2 0-16,-5 0 0 0,-9 0 0 0,9-2-192 15,11-1 128-15,-5 1-128 16,-6 2 128-16,1-2-128 0,-1-3-176 0,5 1 48 0,9 0 0 0,-7 1 256 16,-11 1 48-16,5 0 16 0,5 0 0 0,2 2-192 15,1 3-176-15,-7-2 48 0,-6-1 0 0,9 0 128 16,9 1 0-16,-8 1 128 0,-8 1-128 0,-1-1 0 16,3-2 0-16,2 1 0 0,4 2-128 0,-7 1 128 15,-10 2 176-15,-1-3-48 0,1-2 0 0,4 1-128 16,5 2 0-16,-7 3 0 0,-10 2 0 15,-6-3 0-15,-6-3 0 0,3-1 0 0,3-1 0 0,1 1 0 16,2 1 0-16,-5 0 0 0,-3 1 0 0,-7 1 0 16,-3 0 0-16,-5-2 0 0,-2-1-176 0,-1-2 176 15,-1-1 0-15,1-1 0 0,1 0 0 0,-1 1-240 32,3 0-16-32,-2 0 0 0,-3 2 0 0,0 0-560 15,-3 1-112-15,-2 0-32 0,-2 1 0 0,-6 1-352 16,0 0-80-16,-6 2-16 0,1 1 0 0,-5 3-1632 15,-3 4-336-15,-8-11-64 0,-10-12-4560 0</inkml:trace>
  <inkml:trace contextRef="#ctx0" brushRef="#br0" timeOffset="-162360.68">12402 13778 20479 0,'0'0'0'0,"0"0"0"0,0 0 0 0,7 2 256 15,-1 0 48-15,-6-2 16 0,7 5 0 0,0 0-320 0,-1-1 160 0,-6-4-160 0,8 6 128 0,-3-1-128 16,0 0-176-1,-2 1 48-15,-1 2 0 0,1-1 128 0,-3-7 0 0,5 9 128 0,0-1-128 16,0 1 0-16,1 0-240 16,2 1 48-16,-1 0 0 0,1 1 192 0,0 0 256 0,1 0-48 0,0-1-16 0,1 0-192 15,3-1-160-15,4 0 32 0,2-2 0 0,4 0 128 16,5-1 0-16,5-1 128 0,3-2-128 16,2 1 528-16,0-1 48 0,-2 1 0 15,-3 0 0-15,1 0 0 0,-1 0 0 0,7 0 0 0,6 1 0 0,6 0-256 16,10 1-64-16,-5 0 0 0,-6 0 0 0,0 1-256 15,0 0 160-15,8 0-160 0,10-1 128 0,0-1-128 16,-1-2 0-16,-4 0 0 0,-3 0 0 0,10-3 0 16,14-3 128-16,-9-2-128 0,-7-2 128 0,0-2-128 15,3-3 128-15,7-1-128 0,6-1 128 0,-8-1 208 16,-10-2 48-16,9-1 0 0,11-1 0 0,-2 4-160 16,-6 3-32-16,-2-1 0 0,-1-1 0 0,9 2-192 15,5 4 144-15,-11 0-144 0,-12 1 128 0,7 1-128 16,12 0 0-16,-4 2 0 0,-6 2 0 0,-4 0 288 15,-6 0 32-15,6 0 0 0,7 0 0 0,-5 1 0 16,-6 1 0-16,-6 0 0 0,-1-1 0 0,7 0 0 16,9 0 0-16,-6 2 0 0,-9 1 0 0,-3-2 48 15,-3-2 16-15,5 0 0 0,8 0 0 0,-2-3-160 16,-3 0-32-16,-4-2 0 0,-9-1 0 0,5-1-192 16,7-2 0-16,2-2 0 0,1-1 0 0,-5-4 0 0,-9-6 0 0,-4-3 0 15,-2-3 0-15,5-4 0 0,7-4-160 16,-2 2 32-16,0 2 0 0,-8 5 128 0,-6 3-128 0,-5-2 128 15,-5-3-128-15,1-3 128 16,0-4 0-16,2-9 128 0,1-10-128 0,2 1 176 0,-1 5-48 16,-1 6 0-16,-4 6 0 0,-3-6 368 0,-2-8 64 15,-5-7 16-15,-4-7 0 0,-2 4-576 0,-1 5 0 0,-2 2 0 0,-3 0 0 0,0-12 160 16,-2-14-160-16,-3 8 128 0,-2 10-128 0,-1-4 128 16,-2-5-128-16,0-7 128 0,-2-9-128 0,-1 7 0 15,-2 7 0-15,0-10-224 0,0-12 80 16,-1 5 144-16,-1 8-128 0,1-8 128 0,-3-12-128 0,4 6 128 15,1 8 176-15,0-7-48 0,-1-9 0 0,0 4-128 16,0 6 0-16,2-5 0 0,-2-9 0 0,4 7 0 16,-1 8 128-16,0-9-128 0,2-10 128 0,2 8-128 15,1 9 0-15,-1-8 0 0,1-9 0 0,0 8 0 16,2 12-176-16,0-9 48 0,-3-12 0 0,1 9 128 16,2 11 0-16,-2-8 0 0,2-10 0 0,2 9 0 15,0 10 0-15,-1-8 0 0,2-12 0 0,2 9 0 16,3 12-128-16,2-10 128 0,3-12-128 0,3 12 128 15,6 14 0-15,1-11 128 0,1-15-128 0,4 13 0 16,0 15-128-16,-4-9 0 0,-1-12 0 0,0 9 128 16,0 14 0-16,0-8 0 0,3-11 0 0,9 9-240 15,7 12-16-15,7-3 0 0,3-5 0 0,-4 3 0 16,-2 2 0-16,-3 7 0 0,-1 5 0 0,7-10 256 16,12-13-144-16,-4 16 144 0,-2 16-128 0,-6 4 128 15,-4-2-128-15,1-5 128 0,6-5-128 0,6 9 128 0,4 9-128 16,-6 10 128-16,-10 9-128 0,0 2 128 0,0 0-128 15,6-1 128-15,9-1-128 0,1 2 256 0,-5 0 48 16,-5 3 16-16,-9 2 0 0,5 2 144 0,6 1 48 0,3 5 0 0,4 5 0 16,-5 5-384-16,-9 3 0 0,-1 0 0 15,1-2-128-15,7 3 256 0,10 1 48 16,-3 3 16-16,-5 3 0 0,-6 0 0 0,-7 0 0 16,6 0 0-16,5-1 0 0,4 2-192 0,4 1 0 0,-8 1 0 0,-8 1 0 15,-1-1 0-15,1-3 0 0,7 2 0 16,9 0 0-16,-3 3 128 0,-3 3 0 0,-5-1 0 0,-5-1 0 0,7 0-128 15,8 1-176-15,0 3 48 0,-1 2 0 0,-7 2 128 16,-9 1 0-16,-1 0 0 0,-4-2 0 0,7 1-192 31,3 1 0-31,0-1 0 0,-5-1 0 0,-5-2-448 16,-6-3-112-16,-5 0-16 16,-5 0 0-16,-3-1-400 0,-1-2-96 0,-1-1-16 0,-1 0 0 0,-3-1 160 15,1-1 32-15,-2-2 0 0,-3 0 0 0,-2-1-464 16,-2 0-96-16,1-1-16 0,1-2 0 0,-6-6-1936 15,-11-8-400-15,-1 0-80 0,0 1 608 0</inkml:trace>
  <inkml:trace contextRef="#ctx0" brushRef="#br0" timeOffset="-161806.62">19257 5894 9471 0,'15'15'0'0,"-5"-5"0"0,1 0 0 0,2 1 0 0,-2 0 0 0,2-2 0 0,-1-2 0 0,1-1 0 15,0-1 0-15,4-1 0 0,1-2 0 0,3-2 1216 16,5-2 256-16,7-2 64 0,6-2 0 0,4-1 400 16,5 0 96-16,-2 1 16 0,-3-1 0 0,2 2-768 15,3 2-160-15,13 0-32 0,15-2 0 0,0 0-768 16,-2-1-144-16,13-2-48 0,13-1 0 0,0 0 160 16,-1 0 32-16,12-1 0 0,14-1 0 0,1-2 96 15,-1-1 32-15,2 2 0 0,3 1 0 0,13 1 0 16,12 0 0-16,2 0 0 0,4-2 0 0,-2 2 96 15,0 3 32-15,-3 2 0 0,-2 2 0 0,5 2-576 16,5 0 0-16,4 1 0 0,2-1 0 0,1-3 208 16,3-2-64-16,-8 0-16 0,-9 0 0 0,-4 1-128 15,-4 1 128-15,-1 2-128 0,-1 2 128 0,1-1-128 16,3-2 0-16,-18 2 0 0,-17 1 0 0,1 3 0 16,4 2 0-16,-17 0 0 0,-21-1 0 0,1 0 0 15,4-1 0-15,-11 2 0 0,-11 2-176 0,-15 0 176 16,-8 0-128-16,-9-3 128 0,-3-2-128 0,-6-1 128 15,-4 0 0 1,-3 1 0-16,-3 0 0 0,-5-1-544 0,-10-1-80 16,0 0-16-16,0 0 0 0,-5 6-1632 0,-8 2-336 0,-5 5-64 15,-5 3-16-15,-10-4-2192 0,-13-8-448 0,-2-3-96 0,-2-3-16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2:45:41.5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15714 13620 11775 0,'0'0'0'0,"0"0"0"0,0 0 0 0,0 0 448 16,0 0 112-16,0 0 16 0,0 0 0 0,0 0 96 16,0 0 32-16,0 0 0 0,0 0 0 0,0 0 352 0,0 0 80 15,0 0 16-15,0 0 0 0,-3 9-320 16,1 0-48-16,2 1-16 0,0 1 0 0,4 0-304 0,1-1-64 0,0 1-16 16,0 1 0-16,-1 0-384 15,1 0 0-15,-1 0 0 0,-1-2 0 0,2 0 0 0,0-1 0 16,-2 0 0-16,2-1 0 0,-2 0 0 0,-3-8 192 15,2 10 0-15,1-1 0 0,-3-1 256 0,0-8 48 16,2 12 16-16,-2-2 0 0,0 1-112 0,1 1-16 0,-1 3 0 0,0 3 0 0,2 6 0 16,1 6 0-16,1 6 0 0,-1 4 0 0,2 2-192 15,2 1-64-15,-3-2 0 0,1-2 0 16,-3 11 0-16,1 14 0 0,1 8 0 0,-3 7 0 0,2-2 64 16,-1-3 0-16,0 12 0 0,1 14 0 15,0-13 144-15,4-16 48 0,-1 2 0 0,-1 6 0 0,-1-1-256 16,-1-2-128-16,0-13 128 0,-1-14-128 0,-2-7 128 15,2-5-128-15,-2 0 128 0,0 1-128 16,-2 0 176-16,2-1-48 0,-2-4 0 0,-1-6 0 0,1-4-128 31,-1-6 0-31,-2-4 0 0,2-3-176 0,3-10-576 16,0 0-112-16,0 0-32 0,-8 0 0 0,8 0-704 16,-7-7-160-16,4-6-32 0,1-7 0 0,4-6-864 15,4-4-176-15,1 2-48 0,1 3-4272 0</inkml:trace>
  <inkml:trace contextRef="#ctx0" brushRef="#br0" timeOffset="809.22">15160 15213 8447 0,'0'0'0'0,"-8"-6"0"0,1 0 0 0,-1 0 816 15,1-1 160-15,-1 0 48 0,0 0 0 0,0-1-112 16,-1-1-16-16,0 0 0 0,0 1 0 0,0 0-96 15,0 1-32-15,-1 1 0 0,1 0 0 0,0 2 208 16,1 0 48-16,0 1 0 0,1 0 0 0,-1 1-416 16,0 0-80-16,8 2-16 0,-7-3 0 0,-1 1-144 15,0-1-48-15,1 0 0 0,7 3 0 0,-8-4-48 16,8 4-16-16,-7-4 0 0,7 4 0 0,-8-6 0 16,1-1 0-16,0 1 0 0,2-1 0 0,-1 2-256 0,-2-1-256 0,-1 1 64 0,1 1 0 15,-2 0 192 1,-4 1 0-16,-3 1 0 0,-1 1 0 0,-2 1-192 0,-3 1 0 0,0 3 0 0,-1 1 0 15,-1 4 192 1,1 3 256-16,1 8-48 0,1 8-16 0,4 7 160 0,0 7 32 0,3 3 0 0,5 4 0 0,2-6-208 16,6-7-48-16,2-5 0 15,2-6 0-15,3-4 256 0,2-5 64 0,2-2 0 0,3-3 0 0,4-3 192 16,4-3 64-16,3-2 0 16,3-2 0-16,2-2 48 0,3-2 16 0,-3-1 0 15,0-2 0-15,-5-2-576 0,0-2-192 0,-5-2 144 0,0-2-144 0,-4 0 0 16,-3 0 0-16,-1 0 0 0,0 0 0 0,-4 1 0 15,-1 0 0-15,1 2 192 0,-4 1-64 0,1 3 0 16,-3 7 0-16,0 0 0 0,0 0 0 16,0 0 256-16,0 0 64 0,0 0 0 0,3 9 0 0,-1 4-64 15,-4 3 0-15,-1 2 0 0,3 1 0 0,-3 0 64 16,-1 0 0-16,0-2 0 0,1-2 0 16,1-3 0-16,4-3 0 0,-2-1 0 0,3 0 0 0,-3-8-448 31,0 0 0-31,2 7 0 0,-2-7 0 0,0 0-320 15,0 0-160-15,0 0-32 0,0 0 0 0,0 0-2560 16,4-10-512-16,4-3-96 0,6-2-32 0,-6-10-1984 16,-5-11-416-16,0 0-80 0,2 2 944 0</inkml:trace>
  <inkml:trace contextRef="#ctx0" brushRef="#br0" timeOffset="1883.24">15002 15242 8959 0,'0'0'0'0,"0"0"0"0,0 0 0 0,-3-7 144 0,3 7 48 16,-2-7 0-16,2 7 0 0,-1-8-64 0,-1 1 0 0,2 7 0 15,-3-7 0-15,3 7 576 0,-4-7 96 0,4 7 32 0,0 0 0 0,-4-6 144 16,4 6 48-16,-7-5 0 16,7 5 0-16,-7-3 48 0,7 3 16 0,-8-1 0 0,8 1 0 0,-9 2 144 15,9-2 48-15,-7 5 0 0,1 1 0 16,1 3-512-16,0 2-112 0,0 4-16 0,3 4 0 0,-1 5-256 16,0 3-48-1,0 2-16-15,-1 1 0 0,4 3 464 0,0 0 96 0,4 5 16 0,0 4 0 16,1 5-160-16,2 4-32 0,1-3 0 15,0-5 0-15,-1-6-48 0,2-5-16 0,1-5 0 16,-2-6 0-16,2-2-512 0,-2-1-128 0,0-3 0 0,-1-3 0 0,1-1 0 31,1-2 128-31,-1-2-128 0,0-2 128 0,2-2-560 16,-2-1-112-16,2-2-32 16,-2-2 0-16,2 0-1584 0,-2-1-320 0,2-2-64 0,1-3-16 0,3-1-304 15,2-1-64-15,0 0-16 0,-4 0-5168 16</inkml:trace>
  <inkml:trace contextRef="#ctx0" brushRef="#br0" timeOffset="3004.59">21261 9422 22015 0,'0'0'0'0,"-3"12"0"0,3 1 0 0,-3 2 256 16,1 2 48-16,-1 1 16 0,-2 1 0 0,0 0-320 15,0 1 160-15,-1-1-160 0,-3-2 128 0,1-1 64 16,-2-1 0-16,1-1 0 0,-1-2 0 0,-2-1 48 16,0-2 16-16,0 1 0 0,1 1 0 0,-1 0 304 15,-1-2 64-15,3 3 16 0,2 2 0 0,1-1-416 16,-1-2-80-16,3 3-16 0,2 2 0 0,1 3-128 16,2 3 0-16,0 5 0 0,4 4 0 0,-1 3 0 15,0 3 0-15,1-3 0 0,0-4-176 0,1-4 176 16,2-3-128-16,-1-3 128 0,1-3-128 0,-2-2 128 0,2-2 176 15,-2-1-48-15,-1-3 0 0,0-1-128 0,-4-8 128 16,1 10-128-16,-1-2 128 0,0 0-128 0,-3 0 128 0,0-1-128 0,-2 0 128 0,-3 1-128 16,-2 0 0-16,-2 1 0 0,1 0-176 0,-4 2 176 15,-3 1 0 1,3 1 0-16,0-1 0 0,-3-2 0 16,0-1 0-16,-3-1 128 0,-2-2-128 0,-7-1 224 0,-6-2-32 0,-5-1 0 15,-3 0 0-15,-1-2 64 0,3-1 0 16,4 0 0-16,5 1 0 0,2-2 0 0,3-2 0 0,-4 0 0 0,-3 0 0 0,-1 1 48 15,-5 2 16-15,3 1 0 0,2 0 0 0,3 1-320 16,5-1 0-16,5 2 0 0,5 1 0 16,2 0 0-1,6 0-144-15,3 1 16 0,7-4 0 0,0 0-320 16,-8 5-48-16,8-5-16 0,0 0 0 0,0 0-1120 16,0 8-224-16,2-1-64 0,6-2 0 0,5-7-2192 15,4-7-448-15,-1-3-96 0,2-2 224 0</inkml:trace>
  <inkml:trace contextRef="#ctx0" brushRef="#br0" timeOffset="3781.41">21646 9595 16383 0,'0'0'0'0,"0"0"0"0,1 10 0 0,-2 0-832 0,-2 1-144 0,-1 0-48 0,1-1 0 0,1 0-48 0,-3-1-16 0,2 0 0 0,-2-1 0 0,0 0 1088 16,0-1 304-16,0 1 16 0,1-1 0 0,-1-1 864 15,5-6 176-15,-7 6 48 0,2 0 0 0,0 0-416 16,5-6-80-16,-5 9-16 0,2-1 0 0,1 1-144 16,-1 0-48-16,3 3 0 0,0 3 0 0,0 7-448 15,2 8-112-15,-1 8-16 0,1 7 0 0,1 1 368 16,1-1 64-16,0-5 16 0,0-6 0 0,1-2-320 16,0-1-48-16,-1 0-16 0,0 1 0 0,-1 1-192 15,2 1 144-15,-2-4-144 0,-1-4 128 0,1-4 112 16,-1-5 16-16,-1-3 0 0,0-5 0 0,-1-9 352 0,0 0 80 0,0 0 16 15,0 0 0-15,0 0 48 0,0 0 16 0,-5-10 0 16,1-4 0-16,4-4-368 0,2-5-64 16,3-1-16-16,3-1 0 0,4 1 0 15,2 1 0-15,1 2 0 0,2 2 0 0,-1 2-320 0,0 2-128 16,-1 0 0-16,0-1 0 0,0 0 0 0,0 3 0 16,0 3 0-16,0 2 0 0,0 2 128 0,1 2 0 15,-1 2 0-15,3 1 0 0,-1 2 0 0,-1 2 0 0,0 2 0 0,-1 2 0 0,0 1-128 16,-2 0 0-16,-3 2 0 0,-2 0 0 0,-3 3 128 15,-2 0 176-15,-3 2-48 0,-5 2 0 0,-3 5 0 16,-3 4 0-16,-4 5 0 0,-1 3 0 0,-3-1 464 16,1-3 96-16,0-4 16 0,0-4 0 0,2-4-320 15,-1-5-48-15,3-2-16 0,-1-2 0 16,0-2-48 0,-2-3-16-16,-1-1 0 0,-2-1 0 0,-6-3-960 15,-6-1-208-15,-2-2-48 0,-5-3 0 0,-1-3-1728 16,-1-2-368-16,0-6-64 0,-2-7-7872 15</inkml:trace>
  <inkml:trace contextRef="#ctx0" brushRef="#br0" timeOffset="9686.66">16127 13730 12287 0,'0'0'0'0,"0"0"0"0,0 0 0 0,0 0 1024 16,0 0 192-16,0 0 64 0,0 0 0 0,0 0-416 16,0 0-80-16,0 0-16 0,0 0 0 0,0 0-96 15,0 0-32-15,-2-7 0 0,2 7 0 0,0 0-96 16,-5-8-32-16,5 8 0 0,-2-8 0 0,2 8-256 16,-3-7-48-16,3 7-16 0,-1-8 0 0,1 8 256 15,0-7 64-15,0 7 0 0,0 0 0 0,0 0-112 16,0 0-16-16,0 0 0 0,0 0 0 0,0 0-96 15,0 0-32-15,0 0 0 0,-4 9 0 0,3 3-96 16,1 2-32-16,0 2 0 0,0 1 0 0,0 3 0 16,1 3 0-16,-1 2 0 0,2 2 0 0,-1 6 112 0,0 7 16 15,0 2 0-15,2 2 0 0,-3-2 0 0,2-3 0 16,0-5 0-16,-1-5 0 0,-1-5-112 0,2-4-16 0,-2-3 0 16,0-2 0-16,0-3 0 0,2-2 0 0,-2-1 0 15,0-9 0-15,0 8 64 0,0-8 0 0,0 0 0 0,0 0 0 0,0 0-64 16,0 0 0-16,0 0 0 0,0 0 0 15,1-9-128-15,1-2 0 0,0-3 0 0,1-4-176 0,-2-2 176 16,-1-3 176-16,1-6-48 0,2-7 0 0,-2-5-128 16,1-4 0-16,1 2 0 0,-1 3 0 0,0 4 128 15,-2 4 0-15,0 3 0 0,1 0 0 0,-1 3-128 16,-1 2-176-16,-1 0 48 16,2 0 0-16,0 2 128 0,0 1 0 0,0 3 0 0,2 3 0 0,-2 3 0 15,0 4 0-15,0 8 0 0,0 0 0 0,0 0 0 16,0 0 0-16,0 0 128 0,1 8-128 0,-1 6-192 15,-3 7-96-15,1 3-32 0,2 2 0 0,-1 2 320 16,-1 0 0-16,0 3 0 0,1 3 144 0,-1 4-144 16,0 4 0-16,2 4 0 0,1 1-176 0,0-1 176 15,1-4 176-15,1-7-48 0,0-6 0 0,2-3-128 16,-1-2 0-16,-1-4 0 0,0-3-176 0,0-2 304 16,2-3 48-16,-1-3 16 0,-1-3 0 0,-3-6-192 15,0 0 0-15,0 0 0 0,0 0 0 0,0 0 128 31,0 0 0-31,0 0 0 0,3-5 0 0,0-2-960 16,-3 0-208-16,-1-2-48 0,-1-1 0 0,-1-2-1840 16,1-3-368-16,2-2-80 0,4-3-6128 0</inkml:trace>
  <inkml:trace contextRef="#ctx0" brushRef="#br0" timeOffset="10589.43">16308 13699 9983 0,'0'0'0'0,"-10"3"0"0,2 0 0 0,8-3 0 15,-8 3 192-15,1 0-48 0,7-3-16 0,0 0 576 16,0 0 96-16,0 0 32 0,0 0 0 0,0 0 816 16,0 0 160-16,0 0 48 0,0 0 0 0,0 0-768 15,0 0-160-15,0 0-32 0,0 0 0 0,5 4-96 16,2 1-32-16,1 1 0 0,-1 0 0 0,-1 3-256 16,3 3-48-16,-3 1-16 0,-1 0 0 0,0 1-48 15,0 1-16-15,-2 1 0 0,-1 2 0 0,-2 2-144 16,0 2-48-16,-2 2 0 0,1 1 0 0,-1-1-192 15,0-3 0-15,2-4 0 0,-3-2 0 0,1-3 144 16,2-3-16-16,0-9 0 0,0 0 0 0,0 0-128 16,0 0 0-16,0 0 0 0,0 0-176 15,0 0-208-15,-1-8-64 0,-1-3 0 0,2-4 0 16,0-1 0-16,0-2 0 0,0 0 0 0,0 1 0 0,0 0 256 0,0-1 64 0,-2 2 0 0,2 1 0 0,0 0 256 16,0-2 48-16,-1-1 16 0,-1 1 0 0,0 0-368 15,4-1-64-15,-2 0-16 0,2-1 0 0,-1 2 256 16,1 2 256-16,-2 2-48 0,2 3-16 0,-1 3 112 15,-1 7 16-15,0 0 0 0,0 0 0 0,0 0-64 16,7 8 0-16,-1 4 0 0,-1 3 0 0,0 4-48 16,-1 2-16-16,-1 0 0 0,-1 0 0 15,-1 2-48-15,-1 2-16 0,2 4 0 16,-2 4 0-16,1 5-128 0,-1 3 128 0,2-5-128 0,1-5 128 0,-1-6 0 16,1-5 0-16,1-4 0 0,-1-5 0 15,-1-3 112-15,-2-8 16 0,0 0 0 0,0 0 0 0,0 0-256 16,0 0 144-16,0 0-144 0,0 0 128 0,3-8 0 15,-2-5 0-15,1-5 0 0,-2-5 0 0,2-5-128 16,-1-4-272-16,1 0 64 0,1 2 16 0,1 2-160 16,-1 3-32-16,0 2 0 0,2 2 0 0,2 0 384 15,-1 2 0-15,-1 0 0 0,0 0 0 0,2 0 0 16,-1 0 128-16,2 1 0 0,-1 1 0 0,-1 3-128 16,-1 4 0-16,0 2 0 0,0 3-176 0,-5 5-64 15,0 0-16-15,0 0 0 0,5 4 0 0,0 3 416 16,-2 3 80-16,-1 3 16 0,1 2 0 0,-1 1-64 15,-2-1 0-15,3 1 0 0,-1-1 0 0,-2 1-48 0,0 0-16 16,0-1 0-16,2-2 0 0,-2 0 0 16,1-2 0-16,-1-1 0 0,0-1 0 0,0-9-128 15,0 8 0-15,0-8 0 0,0 0 0 0,0 0 0 0,0 0 128 0,0 0-128 16,0 0 128-16,0 0-128 16,0 0 128-1,0 0-128-15,-1-10 128 0,-1 1-656 0,4-1-144 16,-1 0-32-16,2-2 0 0,-1 1 160 0,-2-1 32 0,3 0 0 15,-1 0 0-15,1 2-160 0,1 0-32 0,-1 1 0 0,0 0 0 16,1 2 112-16,-1 1-560 0,-3 6 576 0,0 0 304 16,0 0 64-16,0 0 16 0,5 5 0 15,-2 5-1136-15,-1 5-208 0,-2 6-64 16,-2 5-6528-16</inkml:trace>
  <inkml:trace contextRef="#ctx0" brushRef="#br0" timeOffset="14958.53">17777 13459 19199 0,'0'0'0'0,"0"0"0"0,0 0 0 0,0-8 400 0,3 2 96 0,-3 6 16 0,3-8 0 0,-1 1-368 15,-2 7-144-15,2-7 128 16,1 1-128-16,-3 6 288 0,0-7-32 0,0 7 0 0,2-8 0 16,-1 1 320-16,-1 7 48 0,0 0 16 0,0-7 0 0,0 7 0 15,0-7 0-15,0 7 0 0,0 0 0 16,0 0-368-16,-3-7-64 0,3 7-16 0,0 0 0 0,0-7 64 15,0 0 0-15,-2 0 0 0,1-1 0 0,-1 1 96 16,4 0 32-16,-1-3 0 0,-1-4 0 0,0-5 0 16,2-4 0-16,1-4 0 0,-3-6 0 15,2 0-384-15,1-2 0 0,-3 3 0 0,0 4-128 0,0 1 128 16,2-2 0-16,-2 1 0 16,-2 1 0-16,1-2-192 0,-1-3 0 0,0 0 0 0,1 0 0 0,-1 2 192 15,2 2 176-15,0 4-48 0,3 3 0 0,-3 3-128 16,0 2-272-16,0 3 64 0,0 3 16 0,2 1 0 31,0 1 0-31,-2 8 0 0,5-5 0 0,1 2-1136 31,2 0-208-31,-1 3-64 0,14 19-8976 0</inkml:trace>
  <inkml:trace contextRef="#ctx0" brushRef="#br0" timeOffset="15384.84">18203 13588 14847 0,'0'0'0'0,"-3"-9"0"0,3-1 0 0,0 1 1472 0,0-1 320 0,0 0 48 0,-2-2 16 0,2-1-768 16,2 0-160-16,0-1-32 0,-1 0 0 0,-1 1 160 16,2 1 32-16,0-1 0 0,1-2 0 0,0-2-160 15,0-2-32-15,1-5 0 0,-1-5 0 0,2-10-448 16,0-10-112-16,0-4-16 0,5-49 0 15,-7 56-320-15,0-3 0 0,-3-5 0 0,2-8 0 32,0-9-128-32,-1 10 0 0,2 13 0 0,1 7-768 15,-3 6-160-15,1 5-32 0,-2 6 0 0,0 3 0 16,3 2 0-16,1 3 0 0,-1 2 0 0,0 3-816 31,2 3-160-31,0 3-48 0,16 24-6112 0</inkml:trace>
  <inkml:trace contextRef="#ctx0" brushRef="#br0" timeOffset="15721">18884 13484 26111 0,'0'0'0'0,"-1"-8"0"0,-1-3 0 0,-1-1 1120 0,-1-2 224 0,-2-3 64 0,-1-3 0 0,-3-6-720 15,1-5-144-15,-3-13-32 0,1-13 0 0,-1-3 464 16,1 2 96-16,1 4 16 0,3 4 0 0,4-15-416 16,3-19-80-16,3 4-16 0,7 7 0 0,1 1-704 31,3-1-160-31,0-6-32 0,3-10 0 0,-1 13-304 15,-1 15-64-15,-2 8-16 0,0 5 0 16,-1-1 160-16,-2-3 32 0,0 4 0 0,-1 2 0 0,0 8-64 16,-1 6 0-16,0 7 0 0,0 7 0 15,0 4-192-15,-3 2-64 0,-1 4 0 0,-4 8 0 0,0 0-1120 16,0 0-224-16,3 12-64 0,-1 7-6976 0</inkml:trace>
  <inkml:trace contextRef="#ctx0" brushRef="#br0" timeOffset="16075.15">19396 13369 34303 0,'0'-19'0'0,"-2"2"0"0,1-7 0 0,-2-11 560 16,-2-11 112-16,-2-5 32 0,2-1 0 0,-1-3-416 31,-1-3-80-31,-1-13-16 0,-1-15 0 0,1 3-608 15,0 6-128-15,2-6-32 0,-1-7 0 0,2 1-768 16,3 1-144-16,2 9-48 0,0 8 0 0,0-4-400 16,2-5-96-16,-2 8-16 0,3 13 0 0,-6 3-2144 15,-5 0-432-15,0 2-96 0,3 0 960 0</inkml:trace>
  <inkml:trace contextRef="#ctx0" brushRef="#br0" timeOffset="17051.87">20935 6582 11007 0,'0'0'0'0,"0"0"0"0,0 0 0 0,0 0 0 15,5 6 0-15,0 1 0 0,0 1 0 0,-2 3 0 16,2 4 0-16,-3 4 144 0,1 3-144 0,-1 7 592 15,-2 6 48-15,-2 4 0 0,2 1 0 0,-1 3-512 16,-3 3-128-16,-1 15 0 0,2 16 0 0,-2 5 480 16,-3-1 80-16,1 13 16 0,-1 14 0 0,0-2 96 15,3-5 32-15,0 14 0 0,3 13 0 0,2-2-112 16,2-6-16-16,1-3 0 0,2-1 0 0,0-3-256 0,2-1-48 16,-1-7-16-16,-1-7 0 0,0-9-256 0,0-8 160 15,-2-4-160-15,2-3 128 0,-3-11-128 0,-2-13 128 0,-2-12-128 0,1-11 128 16,-4-9-352-1,-2-8-80-15,-1-7-16 16,-2-5 0-16,-13-17-1792 0,-15-18-352 0,2-12-80 0,5-10-3488 16</inkml:trace>
  <inkml:trace contextRef="#ctx0" brushRef="#br0" timeOffset="17383.29">21411 6576 25855 0,'8'15'0'0,"-5"1"0"0,-1 6 0 0,1 10 0 15,-3 9 0-15,-1 3 144 0,-3 1-144 0,0 3 0 16,-3 4 0-16,-3 13 0 0,-3 13 0 0,1 6 0 15,-1 0 0-15,-3 15 192 0,-1 15-64 0,-1-3 368 16,2-7 64-16,5 12 16 0,2 12 0 0,3-2-256 16,2-3-64-16,6-6 0 0,3-6 0 0,3 1-256 15,0 2 0-15,2-12 0 0,2-12 0 0,-1-14 0 0,2-12-256 0,-3-7 64 0,2-8 0 16,-1-10 0 15,-1-9 0-15,0-11 0-16,13-92-11200 0</inkml:trace>
  <inkml:trace contextRef="#ctx0" brushRef="#br0" timeOffset="17651.54">21842 6631 30719 0,'10'13'0'15,"-5"1"0"-15,2 5 0 0,-1 8-208 0,2 7-48 0,-1 4 0 0,0 0 0 0,-4 4 256 16,-2 3 0-16,-1 20 0 0,-1 21 0 0,-1 1 0 16,1-6 0-16,-1 15 0 0,0 16 160 0,2-8-160 15,2-12 0-15,-2 11 0 0,0 11-176 0,3-15 176 16,0-19 0-16,2-7 0 0,2-4 0 0,1-2-336 16,0-2-48-16,-1-11 0 0,1-14 0 0,0-10 0 31,-1-9 0-31,-1-6 0 0,-2-5 0 0,-4-10-144 15,0 0-48-15,0 0 0 0,0 0-9488 0</inkml:trace>
  <inkml:trace contextRef="#ctx0" brushRef="#br0" timeOffset="18779.79">24334 6386 9983 0,'-3'10'0'0,"0"-2"0"0,1 2 0 0,-1 0 0 0,1-1 0 0,-1-1-160 0,3-8 160 0,-2 9 0 16,2 1 0-16,0-10 0 0,-3 8 128 16,3-8 448-16,0 0 112 0,0 0 16 0,0 0 0 0,0 0 656 15,0 0 144-15,0 0 32 0,0 0 0 0,-5-8-208 16,2-4-48-16,0-2 0 0,-1-2 0 0,1-6-512 15,1-6-96-15,1-2-32 0,1-4 0 0,-2 1-96 16,1 1-32-16,-1 3 0 0,0 3 0 0,2 3-512 16,-1 4 0-16,-1 0 0 0,2 0 0 15,0 1-304-15,0 1 48 0,2 1 0 0,-1 1 0 0,2 1 256 32,-2 1 0-32,0 3 0 0,2 1 0 0,-3 2-832 15,0 7-96-15,0 0-32 0,2-7 0 0,-2 7-352 16,0 0-80-16,0 0-16 0,0 0 0 0,0 0-864 15,0 0-176-15,-2 10-48 0,2 1-2176 0</inkml:trace>
  <inkml:trace contextRef="#ctx0" brushRef="#br0" timeOffset="19092.25">24569 6323 22271 0,'0'0'0'0,"0"0"0"0,-3 8 0 0,-2 0 0 0,0-1 0 0,-1-1-160 0,-1-1 160 0,7-5-192 16,0 0 64-16,-7-2 0 0,1-3 0 0,1-6 128 16,2-6 0-16,1-4 128 0,2-5-128 0,3-2 528 15,-1-2 48-15,1 3 0 0,2 3 0 0,-1 1 256 16,0 0 48-16,1 0 16 0,0-1 0 0,0 0-768 15,0-1-128-15,0 1 0 0,-2-1-128 0,1 3-64 16,-1 2 0-16,-3 2 0 0,2 2 0 0,-1 4-96 47,-1 3-32-47,2 2 0 0,-14 20-10000 0</inkml:trace>
  <inkml:trace contextRef="#ctx0" brushRef="#br0" timeOffset="19364.34">24832 6282 25343 0,'0'0'0'0,"0"0"0"0,0 0 0 0,0 0 0 15,5-8 0-15,-2-5 144 0,-3-4-144 0,-3-3 288 0,0-4-32 16,-4 1 0-16,-1 0 0 0,-2 0-256 0,0 0 0 0,-3-3 0 0,0-2-144 0,0-6 144 31,-2-6 0-31,2-2 0 0,3-3 0 0,0 4-544 16,2 3-80-16,1 9-16 0,2 6 0 16,-1 4-704-16,1 3-160 0,0 5-32 0,-1 3-6448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2:49:30.5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19096 3724 16639 0,'15'2'0'0,"-4"0"0"0,4 0 0 0,7 0 560 16,4 0 112-16,3 1 32 0,4 1 0 0,2 1-368 16,0 1-64-16,-2-3-16 0,0-3 0 0,5 0-256 15,4 0 160-15,3 0-160 0,-1 0 128 0,-1 1-128 16,-4 1-176-16,-6 0 48 0,-5-1 0 0,-5-1 256 0,-2-1 48 15,-3-1 16-15,-3-2 0 0,0 1 256 0,-2 0 48 0,-3 0 16 0,1 0 0 0,-11 3-368 16,0 0-144-16,0 0 128 16,0 0-128-16,0 8 0 0,-5 2 0 0,-3 1 0 0,-3 1 0 0,-4 1-176 15,-1 0 176 1,-6 1-128-16,-4 0 128 0,-2 1 0 0,-5 1 0 0,-1-1 0 0,-1-1 0 16,2-1 0-16,4-1 224 0,4-2-32 0,5-2 0 0,7-1 160 15,2-1 32 1,4-1 0-16,7-5 0 0,0 0-384 0,5 6-240 0,8-2 48 0,7-3 0 0,11-2 352 15,7-2 80-15,6-3 16 0,2-4 0 0,-1-1 48 16,-6-1 16-16,2 0 0 0,0-1 0 0,0 1-112 16,0 1-16-16,-4 3 0 0,-7 3 0 0,-7 3-48 15,-5 1-16-15,-6 1 0 0,-12 0 0 16,0 0-128-16,-4 8-176 0,-9 3 48 0,-8 2 0 0,-9 1 256 16,-5 2 48-16,-1 0 16 15,0 0 0-15,1-2 96 0,1-1 32 0,-6 1 0 16,-3-3 0-16,-6 0-320 0,-3-2 0 0,4 0 0 0,5 0 0 0,10-1 0 31,10-2 0-31,5-1 0 0,7-1 0 0,3-2-1472 16,8-2-368-16,0 0-64 0,11-1-7952 0</inkml:trace>
  <inkml:trace contextRef="#ctx0" brushRef="#br0" timeOffset="801.22">22210 3971 17919 0,'-28'21'0'0,"8"-7"0"0,-6-2 0 0,-5 1-320 15,-5 0-48-15,-3-1-16 0,-1-2 0 0,4-1 384 16,1 0 0-16,6 0 0 0,4-1 0 0,2-3 128 16,2-2 112-16,1-2 16 0,4-2 0 0,2-1 512 15,2-2 96-15,2 0 32 0,2-1 0 0,8 5-112 16,-2-7-16-16,7 0 0 0,7-1 0 0,9-3-256 31,13-4-48-31,15 0-16 0,17 0 0 0,6 0-768 0,1-2-144 0,0 2-48 0,-2 2 0 0,6 0 512 16,7 0 0-16,-11 3 0 0,-12 1 0 0,-7 3-256 15,-3 4 64-15,-2 2 0 0,-4 3 0 0,-6 2 192 16,-6 3 0-16,-8 1 0 0,-6 0 160 0,-9 0-160 16,-8 1 128-16,-10 1-128 0,-12 1 128 0,-10 1 112 15,-14 1 16-15,-2-1 0 0,-3 0 0 0,-12-1-256 0,-13-2 144 16,-5 2-144-16,-4 2 128 0,-5-3 368 0,-5-3 64 15,0 4 16-15,-1 4 0 0,15-3 352 0,12-4 80 0,10-1 16 0,10 0 0 16,10 0-464 0,10-1-96-1,7 0-16-15,10-2 0 0,10-5-704 0,8 3-160 16,10-4-32-16,7-3 0 0,9-5-144 0,4-4-48 0,14-4 0 0,12-3 0 0,8 3 368 0,9 3 64 0,-6 0 16 0,-6-1 0 0,7 1 48 16,8-1 16-16,-9 2 0 0,-6 3 0 0,-13 2 352 15,-9 1 80-15,-6 4 16 0,0 2 0 0,-8 1-320 16,-5 2-256-16,-7 1 64 0,-9 1 0 0,-12-4 192 15,-7 10-144-15,-12 0 144 0,-11 0-128 0,-8 1-64 16,-4 0 0-16,-16-1 0 0,-13-3 0 0,-8 5 192 16,-3 4 176-16,-9-1-48 15,-9-2 0-15,0 4 512 0,3 5 112 0,5-3 16 0,4-4 0 0,11 0 144 16,9 1 48-16,17-1 0 0,17-3 0 0,13-1-832 31,7-2-128-31,10-1 0 0,8-3 0 0,15-2-480 16,13-4 32-16,9-4 0 0,10-5 0 0,4-2 256 0,-1-4 48 0,11-2 16 0,10-4 0 0,4 4 128 15,0 4 0-15,-7 0 128 0,-4-2-128 0,-1 5 176 32,5 5-48-32,-8 3 0 0,-9 3 0 0,-10 3-656 15,-11 1-144-15,-7 0-32 0,-9 0 0 0,-7 0-608 16,-6 0-128-16,-5-4-32 0,-10 6 0 0,-21 2-960 16,-25 2-208-16,-5-5-48 0,-2-5-4144 0</inkml:trace>
  <inkml:trace contextRef="#ctx0" brushRef="#br0" timeOffset="7264.8">1106 17325 5375 0,'0'0'0'0,"0"0"0"0,-10-1 0 0,2 1 1424 16,0 0 304-16,8 0 48 0,-10 0 16 0,3 0-720 15,7 0-144-15,-9-2-32 0,2-1 0 0,7 3-256 16,-7-4-48-16,7 4-16 0,-5-5 0 0,0 0-304 15,5 5-64-15,-6-6-16 0,3 0 0 0,3 6-192 16,-4-7 144-16,4 7-144 0,-3-8 128 0,3 8-304 16,0 0-64-16,-2-7-16 0,2 7 0 0,0 0 624 15,0 0 112-15,-5-5 32 0,5 5 0 0,0 0 608 16,0 0 128-16,-6-3 32 0,6 3 0 0,0 0-160 16,0 0-32-16,0 0 0 0,0 0 0 0,0 0-448 15,0 0-112-15,0 0-16 0,0 0 0 0,0 0-512 16,0 0 0-16,0 0 0 0,0 0 0 0,2 8 0 0,-2-8 0 15,6 6 0-15,2-2 0 0,-1-1 368 16,3-1-48-16,0-1 0 0,0-1 0 0,1 0 112 0,2 0 16 0,0 0 0 0,0 0 0 0,-1 0-160 16,1 0-32-1,0 1 0-15,-1 0 0 0,1-1-256 0,0 0 0 0,0 1 0 16,0 1 0-16,0 0 368 0,2-1 16 0,0 0 0 0,1 0 0 0,6 1-384 16,3 0 0-16,3-1 0 0,3-1-128 0,1 0 304 15,2 0 64-15,-1-1 16 0,-2-1 0 0,-3 0-112 16,-5-1-16-16,0 0 0 0,-2 1 0 0,-2 0 0 15,-1 0 0-15,0 0 0 0,1 0 0 0,3 0 256 16,1 0 64-16,1 0 0 0,4 0 0 0,0 0-208 16,5-1-48-16,-2-1 0 0,2 0 0 0,-2-1 64 15,-3 0 0-15,-1 0 0 0,-2-1 0 0,-2-1-256 16,-2-1 0-16,3 0 0 0,3 0-160 0,3 0 160 16,4 1-128-16,1 1 128 0,-2 3-128 0,0 2 128 15,1 1 0-15,-4 2 0 0,-6 1 0 0,1 1 0 16,-2 0 0-16,0 0 128 0,-2-1-128 0,4 0 384 15,4 0 0-15,3 0 0 0,3 0 0 0,1 0-208 16,4 1-48-16,-2-1 0 0,-2-1 0 0,-3 1-128 16,-4 1 128-16,-3-1-128 0,-1-1 128 0,1 0 64 15,2 0 0-15,5 0 0 0,5-1 0 0,4 1-64 16,5-1 0-16,-5 1 0 0,-4-1 0 0,-1 0-128 16,-6 0 0-16,-1 0 0 0,-4-2 0 0,4 0 128 15,4 0 0-15,6-1 0 0,2 0 0 0,1-1 160 0,1 0 32 16,-4 0 0-16,-6-1 0 0,-1 0-320 0,-2-1 0 0,1-1 0 15,0-1-144-15,6 0 272 0,7 1 48 16,0 1 16-16,-1 2 0 0,-1 2-192 0,-4 1 0 16,-6 2 0-16,-7-1 0 0,-1 0 0 0,1-2 0 0,1 0 0 0,1 0 0 0,3 1 0 15,3 1 128 1,1 0-128-16,1 0 128 0,-2 0-128 16,-1-1-176-16,-2 1 48 0,-6 0 0 0,0-1 256 0,-1-1 48 0,-5-1 16 0,1-1 0 0,-2-1 144 15,2-1 48-15,0 1 0 0,3 0 0 0,1 0-384 16,1-1-128-16,-1 1 0 0,3 1 0 0,-3 0 128 15,3 1 0-15,-3 1 128 0,1 0-128 0,-4 1 176 16,-4 2-48-16,-1 1 0 0,-1-1 0 16,0 1-128-16,-4 0 0 0,-1 0 0 0,3 0 0 0,-1 1 0 15,-2 0 128-15,-1 0-128 0,3-1 128 0,-1 0-304 16,2 0-64-16,1 0-16 0,2 1 0 0,2 0 256 16,0 0 0-16,0 1 0 0,3 0 160 0,0 0-32 15,-1 0 0-15,1 0 0 0,1 0 0 0,-1 0-128 16,0 0 0-16,-2-1 0 0,-3 0-176 0,0-1 48 15,1-1 0-15,-2-1 0 0,-1-1 0 0,-1 0 128 16,-1-1 176-16,0-1-48 0,-1-2 0 0,2 0 0 16,2-1 0-16,0-1 0 0,1 0 0 0,4 0-128 15,1-1 128-15,0 0-128 0,-1 0 128 0,3 0-128 16,0 0 0-16,0 0 0 0,-3 0-176 0,-2 0 176 16,2 1-128-16,-4 0 128 0,-1 0-128 0,0 0 304 15,-2-1 64-15,-2 0 16 0,-1-1 0 0,1 1-256 16,-1-1-256-16,-2 0 48 0,-1 0 16 0,2 0 192 0,1 0 160 15,2 0-32-15,-1-1 0 0,2 1-128 0,2 0 128 16,0-1-128-16,-2-2 128 0,2-1-400 0,1-1-96 0,-1-2-16 0,0-4 0 0,-2-5 208 16,0-5 48-1,-3-3 0-15,0-1 0 0,-2-1 128 0,-1 1 0 16,-4 3 128-16,0 4-128 0,-1 1 0 0,1-1 0 0,0-2 0 0,-1-1 0 0,0-11-128 16,1-12-112-16,0-3-16 0,1-3 0 15,-1 6 256-15,0 7 0 16,-1 2 0-16,0 2 0 0,-1-13-304 0,-1-14-16 0,0 3 0 0,0 7 0 0,0 6 320 15,0 7 0-15,0 0 0 0,-1-1 144 0,-1-12-144 16,-1-14-176-16,-1 8 48 0,3 9 0 0,-3 6 256 16,3 4 48-16,-1-6 16 0,2-8 0 0,3-7-192 15,1-7 0-15,1 11 0 0,1 11-176 0,-1-3 176 16,3-3-128-16,0-10 128 0,-1-12-128 16,3 9 0-16,-2 10 0 0,2-3 0 15,-2-5 0-15,0-8 128 0,2-10 0 0,0 8 0 0,0 9 0 0,0-7 0 16,0-11 0-16,0 5 128 0,-1 5-128 0,1 1 176 15,0 1-48-15,2-9 0 0,-1-10 0 0,4 13 0 16,0 16 0-16,1-6 0 0,2-9 0 0,2-1 64 16,0 0 0-16,-1 12 0 0,2 11 0 0,0-8-192 15,1-12-176-15,-3 4 48 0,1 4 0 0,-2 9 128 16,-3 8 176-16,0-3-48 0,-2-4 0 0,-2-4-128 16,-1-4-176-16,-2 8 48 0,1 9 0 0,-1 4-160 15,0 2-32-15,0-3 0 0,1-5 0 0,0-3 112 16,0-4 16-16,0 8 0 0,1 8 0 0,0 6 192 15,0 3-144-15,2-1 144 0,-1-1-128 0,0-7 128 0,3-7-128 0,0 2 128 0,0 3-128 0,0 6 256 16,3 7 48-16,-1 4 16 16,-1 4 0-16,1 1-192 0,-1 1-272 0,0 0 64 0,1-1 16 15,-2-3 400-15,0-5 96 0,-1-1 16 16,-1-1 0-16,-1 1 0 0,-1 1 0 0,0 4 0 0,0 3 0 0,1 2-320 16,1 0 0-16,-1 2 0 0,-1 2 0 0,0-1 0 15,1-1-144-15,0-2 16 0,-1-1 0 0,3-6 128 16,-1-6 0-16,4-2 128 15,-1-2-128-15,2 5-128 0,-1 4-112 0,2 6-16 0,-1 4 0 0,1 4-48 16,1 2-16-16,-1 3 0 0,0 2 0 0,2 0 112 16,-2-1 16-16,0 2 0 0,-1 0 0 0,-1 0-112 15,-1-1-16-15,1 0 0 0,-2 0 0 0,0 1 64 16,1 0 0-16,0 1 0 0,0-1 0 0,3-1 256 16,1-2-160-16,4-1 160 0,0-2-128 0,2-1 128 15,3 0 0-15,-2 0 0 0,2 1 0 0,1 0 0 16,1 1 0-16,-4 1 128 0,-3 2-128 0,-2 2 0 15,2 1 0-15,-3-1 0 0,1-1 0 0,6 1 272 16,2 1-16-16,4 1 0 0,3 2 0 0,3 1-256 16,1 1 0-16,-4 2 0 0,-1 1 0 15,-6 2 0-15,-1 1 0 0,-2-2 0 0,-1-2 0 0,0 0 0 16,1 0 0-16,4 1 0 0,3 0 0 0,5 0 0 16,6-1 0-16,-3 1 0 0,2 2 0 0,-5-1 160 15,-4-1-32-15,-1-1 0 0,0-3 0 0,5-1-128 16,8 0 0-16,3 2 0 0,5 0 0 0,-3 2 0 15,-4 2 128-15,-4-1-128 0,-5-1 128 0,1-1 112 16,5-1 16-16,3 1 0 0,3 1 0 0,1 1-256 0,0 0 0 0,-5 2 0 16,-8 0 0-16,-2-3 0 0,2-3 0 0,3-1 0 0,8 1 0 0,1 1 192 15,3 1 0 1,-4 2 0-16,-6 2 0 0,-4 0-48 0,-1-2-16 0,0 0 0 0,-2-1 0 0,5 0 64 16,5 0 0-16,0 1 0 0,0 2 0 15,-5 1-192-15,-3 0 0 0,-6 0 0 16,-4 0 0-16,-2-2 0 0,-3-2 0 0,2 0 0 0,0 0 0 15,3 1 0-15,1 0 0 0,4 1 0 0,1 1-176 0,-1 1 176 16,3 1 0-16,-6 0 0 16,-2 1 0-16,-2 0 0 0,-3-1 176 0,-3-2-48 0,1-3 0 0,-3-1-128 15,2-2 0-15,0 0 0 0,1 0 0 0,2 0 0 16,4-1 0-16,-4 1 0 0,0 0 0 0,-3 0 0 16,1 1 128-16,-1 0-128 0,-2 0 128 15,0 1-128-15,0 0 0 0,-3 0 0 0,-2 0-176 0,-1 1 48 16,1 0 0-16,-3 1 0 0,-2 0 0 0,-1 0 128 31,-7 0 0-31,6 0 0 0,-6 0 0 0,0 0-752 16,0 0-112-16,0 0-32 0,0 0 0 0,-2 9-1840 15,-1 3-368-15,-12-1-80 0,-8-4-11328 0</inkml:trace>
  <inkml:trace contextRef="#ctx0" brushRef="#br0" timeOffset="13963.37">1431 16906 30719 0,'21'-14'0'0,"-3"5"0"0,5-3 0 0,3-1 0 16,2-2 0-16,3-2-160 0,2-3 160 0,12 0-240 15,15-1 48-15,4 3 0 0,7 4 0 0,-6 1 192 16,-6 0 0-16,9 2 0 0,9 0 0 0,0 1 0 16,-1 1 0-16,-4 1 0 0,-5 1 160 0,10 1 544 15,13 1 96-15,-10 0 32 0,-9 1 0 0,3 2-112 16,5 1-16-16,1 1 0 0,4 0 0 0,-8 0-304 0,-8 0-64 15,6 0-16-15,6-1 0 0,-3 1-144 16,-7 0-48-16,-10 0 0 0,-7 0 0 0,-1 0-128 16,4 0 0-16,-2 0 0 0,0 0-176 0,-8 0 176 0,-3-1 176 15,-9 1-48-15,-6 0 0 0,-3 0-400 16,-6-1-96 0,-1 1-16-16,-4 0 0 0,0 0-768 0,1 1-144 0,0-1-48 0,1-1 0 15,1-1-448 1,-1-1-112-16,2-2-16 15,18-35-8640-15</inkml:trace>
  <inkml:trace contextRef="#ctx0" brushRef="#br0" timeOffset="14256.96">4123 16281 41727 0,'20'5'0'0,"-2"-1"0"0,8 0 0 0,7 1-576 15,10 1-96-15,-2 3-32 0,-2 2 0 0,-3-1-96 16,-3-1-32-16,-1 0 0 0,0-1 0 0,2 2 0 0,4 3 0 0,3 1 0 0,0 2 0 16,-2 2 624-16,-4 1 208 0,-4 0-144 0,-3-2 144 0,-7 1 272 15,-2 1 144-15,-5-1 32 0,-1-2 0 0,-3 0 0 16,-3 0 0-16,-4-1 0 0,-1 0 0 0,-4-1 48 16,-1-1 16-16,-5 0 0 0,-6-1 0 0,0 1 48 15,-3 0 16-15,-9 0 0 0,-7-1 0 0,-5 2-64 31,-3 0 0-31,0 1 0 0,3 0 0 0,2-1-816 16,7-1-160-16,1-2-48 0,2-2 0 0,-1-3-1472 16,-2-3-320-16,-12-4-48 0,-8-3-16 0,6-5-3328 0,7-6-656 15,2-2-144-15,2-2 848 0</inkml:trace>
  <inkml:trace contextRef="#ctx0" brushRef="#br0" timeOffset="14893.22">3224 16141 32255 0,'-2'-17'0'0,"0"6"0"0,1-3 0 0,-1-2 0 16,-1-3 0-16,-2 1 144 0,0 2-144 0,0 1 128 15,-3 0-128-15,1 3 128 0,-3 3-128 0,-3 4 752 16,-4 2 64-16,-3 5 16 0,-3 5 0 0,-5 8-112 16,-1 8-16-16,-1 7 0 0,-1 6 0 0,3 0-704 15,2-1-160-15,3-2-32 0,5-1 0 0,3 0 0 0,3 0 0 16,1 1 0-16,4 0 0 0,2-2 64 16,2-2 0-16,2-5 0 0,2-5 0 0,1-4 128 15,1-4 0-15,2-3 0 0,-5-8 0 0,10 0 384 0,3-6 96 16,3-6 32-16,4-7 0 0,5-5-208 0,4-5-48 15,3 2 0-15,-1 2 0 0,-2 3-256 0,-1 2 0 0,-3 3 0 0,-5 1 0 0,-4 2-192 16,0 0-112-16,-5 2-16 0,-2 2 0 0,-3 2 320 16,-1 2 0-16,-5 6 0 0,0 0 0 0,0 0 192 15,8-1 112-15,-8 1 16 0,5 8 0 0,-2 3 256 16,-1 3 48-16,-2 2 16 16,0 2 0-16,0 3-368 0,2 0-64 0,-1 2-16 0,1 1 0 15,0 0 208-15,1 0 48 0,0-4 0 0,2-4 0 0,-2-1 0 16,2-2 0-16,-1-2 0 0,-1-3 0 15,0-1-256 1,-3-7-64-16,5 5 0 0,-5-5 0 16,0 0-1120-16,0 0-224 0,0 0-64 0,0 0 0 0,3-6-2192 15,1-2-448-15,-8-2-96 0,-7-3-8848 0</inkml:trace>
  <inkml:trace contextRef="#ctx0" brushRef="#br0" timeOffset="17078.48">5043 16212 22783 0,'0'0'0'0,"0"-8"0"0,2-1 0 0,1 0 512 15,0-1 96-15,-1-2 32 0,1-1 0 0,2-3 96 16,0-3 32-16,0-2 0 0,0-3 0 0,2-3 0 16,-1-3 0-16,-2 2 0 0,-1 2 0 0,0 0-256 15,0-3-64-15,1-1 0 0,2-3 0 0,1-25 416 16,1-29 80-16,3-1 16 0,1 4 0 0,1-21-576 16,0-24-96-16,2 3-32 0,-2 5 0 0,-3-4-96 15,0-8-32-15,-2-11 0 0,0-11 0 0,-3-7 256 0,0-4 64 16,0 6 0-16,-2 7 0 0,2 2 0 0,0 3 0 0,0 0 0 0,0-2 0 15,2 7-112-15,-1 9-16 0,4 16 0 0,3 15 0 16,-1 7-320-16,1 3 0 0,0 3 0 0,0 0-128 0,0 17 0 31,-1 18 0-15,-4 10 0-16,-1 7 0 0,-4 2-512 0,-1 0-112 0,-3 2-16 0,-2 1 0 0,-2 4-400 31,0 2-96-31,-3 7-16 16,-13 16-13312-16</inkml:trace>
  <inkml:trace contextRef="#ctx0" brushRef="#br0" timeOffset="17496.21">5204 11709 40703 0,'0'0'0'0,"0"0"0"0,0 0 0 0,-5 6-672 15,0 3-128-15,0 3-32 0,1 2 0 0,-5 4-48 16,-1 3-16-16,-1 10 0 0,-2 8 0 0,-2 10 112 0,-3 7 16 0,3-6 0 0,2-9 0 0,0-8 448 16,3-8 112-16,4-6 16 0,2-5 0 0,4-5 192 0,0-9 256 0,0 0-48 15,10 2-16-15,0-4 672 16,5-3 128-16,1-5 32 0,2-5 0 0,2-11-368 0,1-11-64 15,-1-6-16-15,1-6 0 0,1 2-256 0,1 2-48 16,1 6-16-16,1 5 0 0,4 2-448 0,6 1-112 0,-1 0-16 16,1-2 0-16,-1 4 112 0,-4 3 16 0,-2 6 0 0,-5 7 0 15,-3 7 0-15,-4 6 0 0,-3 7 0 16,-1 6 0-16,-2 7 192 0,-1 6 0 0,1 3 0 0,3 1 160 0,-5 5 176 16,0 4 48-16,-3 8 0 0,2 7 0 0,-1 1-512 31,2 1-112-31,-1-9-16 15,0-9 0-15,2-4-864 0,5-5-176 0,0-2-48 16,0-1 0-16,-1 5-2704 0,0 6-560 0,-5-6-96 0,-5-9-2848 16</inkml:trace>
  <inkml:trace contextRef="#ctx0" brushRef="#br0" timeOffset="17990.16">4026 12980 26111 0,'5'25'0'0,"-2"0"0"0,1 9 0 0,-1 15 0 0,-1 12 0 0,-1-1 0 0,1-7 0 0,0-3 0 16,-2-2 0-16,1-3 0 0,1-2 0 15,-2-4 0-15,0-5 0 0,0-8 0 0,-2-8 0 16,4-4 1072-16,1-5 208 0,-3-9 64 16,0 0 0-16,8-2 0 0,-1-7 0 0,6-8 0 0,2-8 0 15,6-3-416-15,6-2-80 0,5 3-16 0,4 2 0 0,2 2-704 16,5 1-128-16,-7 2 0 0,-3 1-128 0,-4 3 0 15,-1 3 0-15,-5 4 0 0,-2 3 0 0,0 5-64 16,1 5 0-16,-2 3 0 0,-2 3 0 0,-4 3 64 16,-2 3 0-16,-6 2 0 0,-6 1 0 0,-4 5 512 15,-6 5 96-15,-5 5 32 0,-5 5 0 16,0-1 0-16,-2-2 0 0,-5-4 0 0,-1-4 0 16,-14-3 608-16,-10-4 128 0,-6-5 32 0,-3-4 0 0,6-4-624 31,7-3-112-31,2-1-32 0,0-2 0 15,-5-2-1376 1,-5-1-288-16,0-1-48 0,-73-33-17344 16</inkml:trace>
  <inkml:trace contextRef="#ctx0" brushRef="#br0" timeOffset="20938.7">4482 6966 22271 0,'0'0'0'0,"5"-5"0"0,3 1 0 0,-1 0-672 0,0-1-128 0,-1 1-32 0,1 0 0 0,-7 4 464 0,5-5 96 0,-5 5 16 0,5-6 0 0,-5 6 656 16,3-6 144-16,-3 6 32 0,0 0 0 0,0-8-368 31,-2 1-64-31,2 7-16 0,0-7 0 0,0 7-656 31,-5-7-144-31,2 0-32 0,1-11-6880 0</inkml:trace>
  <inkml:trace contextRef="#ctx0" brushRef="#br0" timeOffset="21867.21">4914 6868 19199 0,'15'6'0'0,"-4"-2"0"0,3 0 0 0,0 2 560 15,1 0 112-15,0 1 32 0,1 0 0 0,2 0-704 16,-2 1-176-16,-1 1-16 0,1 1 0 0,1 1 368 16,-1 2 64-16,1 2 16 0,-1 2 0 0,1 2 256 15,1 1 48-15,0 0 16 0,0 0 0 0,1-2-256 16,4 0-64-16,5-2 0 0,7-3 0 0,7-2-256 16,6-3 0-16,1-2 0 0,-1-2 0 0,-4-3 0 15,-6-3 0-15,3-1 0 0,1-2 0 0,13-3 0 16,12-4 160-16,-2-2-160 0,-4-3 128 0,0-1-128 15,3-1-176-15,10 0 48 0,11 2 0 0,-3 1 128 32,-10 2-128-32,2 0 128 0,7-3-128 0,-1 3-624 15,2 2-112-15,-10 0-32 0,-8-2 0 0,1 0 320 0,6-2 48 0,-4-1 16 0,-3-1 0 0,-9-3 96 0,-9-4 32 0,-5-5 0 16,-5-5 0-16,2-5 384 0,1-5 128 16,-3 4 0-16,-3 5 0 0,-5 4 48 0,-2 3 16 15,-8 1 0-15,-3 1 0 0,-7-6 48 0,-6-4 16 16,-7-5 0-16,-3-5 0 0,-9 2-256 0,-6 1 0 0,-5 8 0 0,-3 7 0 15,-2 1 0-15,4 0-160 0,-2 1 32 0,0 1 0 0,-6-3 608 16,-5-4 128 0,-8-3 32-16,-5-4 0 0,-1 4-208 0,1 3-48 0,1 2 0 15,1 2 0-15,-10 5 0 0,-14 4 0 0,3 5 0 0,4 4 0 0,-3 1-256 16,-2 0-128-16,-7 4 128 16,-7 2-128-16,3 2 0 0,7 0 0 0,-10 1 0 0,-10 1 0 0,6 3 0 15,12 3 0-15,-6 1 0 0,-7 0 0 0,5 5 192 16,7 5 144-16,6 2 48 0,4 0 0 0,-5 7-208 15,-4 7-48-15,8 3 0 0,16-1 0 0,3 0-128 16,1-1 0-16,0-3 0 16,-1-5 0-16,0 0 240 0,3 0 16 0,7 3 0 0,8 3 0 0,6 8-112 15,5 7-16-15,4 1 0 0,3 0 0 0,6-2 112 16,1-4 16-16,6-3 0 0,0-1 0 16,7 2 0-16,3 4 0 0,3 4 0 0,5 3 0 0,5-2 48 15,5-2 16-15,10-6 0 0,8-6 0 0,8-3-320 31,9-2-256-31,-4 1 64 0,-5 2 0 0,5 2-256 16,7 1-64-16,7 2 0 0,8-1 0 0,-4-4-1328 16,-6-5-272-16,6-5-48 0,9-5-7440 0</inkml:trace>
  <inkml:trace contextRef="#ctx0" brushRef="#br0" timeOffset="30690.22">4929 6757 13567 0,'0'0'0'0,"0"0"0"0,0 0 0 0,0 0 256 15,5-4 48-15,-5 4 16 0,0 0 0 0,0 0-576 32,6-2-96-32,-6 2-32 0,7-3 0 0,1 1-1024 15,-1 0-192-15,1-3-64 0,3-4-1984 0</inkml:trace>
  <inkml:trace contextRef="#ctx0" brushRef="#br0" timeOffset="32003.94">7086 18546 27903 0,'23'8'0'16,"-5"-3"0"-16,3 0 0 0,2 1 352 0,2 1 80 0,3-1 16 0,3-2 0 0,7 0-448 15,10 0 0-15,6-4 0 0,7-5 0 0,-4-3 0 16,-7-4 192-16,-2 0 0 0,-2 0 0 0,7-5 256 15,9-5 48-15,4-3 16 0,-1-3 0 16,-7-1-512-16,-9 0 0 0,4 1 0 0,4 1 0 16,5 2 256-16,2 0-64 0,-5-1 0 0,-10-2 0 0,-8-4 256 15,-4-5 64-15,-5-6 0 0,-4-3 0 0,0 2-112 16,-3 4-16-16,-2 4 0 0,-7 5 0 0,-4 0 512 16,-9-1 112-16,-5-9 16 0,-4-11 0 0,-7-5-464 15,-5-5-96-15,-4 7-16 0,-1 9 0 0,-5 2-192 31,-1 2-64-31,-14-2 0 0,-13-3 0 16,-8 0-768-16,-10 2-144 0,5 6-48 0,4 6 0 0,-12 9 512 0,-12 8 112 0,7 11 16 16,12 11 0-16,-6 15 304 0,-6 13 64 0,-2 11 16 0,-4 8 0 0,11 2 48 0,11-1 16 15,-4 18 0-15,-6 19 0 0,7-5-160 0,5-8-32 16,13-2 0-16,13-1 0 0,9 3-128 0,8 4 0 16,8-13 0-16,6-15 0 0,4-4 544 0,6-2 80 15,4 1 16-15,6 0 0 0,5-2-416 0,6-2-80 0,7-8-16 16,7-9 0-16,8-8-128 15,3-7 0-15,-1-8 0 16,-4-8 0-16,-1-10-2016 0,5-10-432 0,11-12-96 0,13-13-16 16</inkml:trace>
  <inkml:trace contextRef="#ctx0" brushRef="#br0" timeOffset="33971.92">9672 9361 23551 0,'23'-2'0'0,"-5"0"0"0,10-1 0 0,8 0 0 0,10 0 0 16,3 1 0-16,1 0 0 0,-3-1 0 0,0-2 0 0,2 0 0 0,7 0 0 0,10 0 400 31,11 0 96-31,-8-1 16 0,-6-1 0 0,2 3 96 0,4 3 32 0,2 0 0 0,2 0 0 0,-9 1-256 16,-6 0-64-16,-9 1 0 16,-3 0 0-16,-2 1-320 0,2 0-128 0,-3 0 0 0,-4 1 0 0,-6 0-208 46,-6 0-48-46,-8-1 0 0,-29 0-10800 0</inkml:trace>
  <inkml:trace contextRef="#ctx0" brushRef="#br0" timeOffset="34462.44">13588 9218 18175 0,'-11'-4'0'0,"11"4"0"0,-7-3 0 0,7 3 1216 15,-3-6 256-15,3 6 64 0,3-9 0 16,7 0-256-16,7-1-64 0,4 0 0 0,5-1 0 0,9 0-864 15,8-1-176-15,17 2-48 0,18 1 0 0,3 1 64 16,-4 2 0-16,7-1 0 0,8-1 0 0,-3 3-192 16,-3 3-176-16,-1-3 48 0,-1-4 0 15,5 3 0-15,1 2 0 0,-8 0 0 0,-9-3 0 0,5 1-208 32,12 1-48-32,-11 3 0 0,-10 4 0 15,-12-3-256-15,-9-2-48 0,-7-1-16 0,0 1 0 16,-10 0-864-16,-6-1-176 0,-9 1-48 0,-7 1 0 0,-9 2-768 15,-20 3-144-15,-10 1-48 0,-6 0-1664 0</inkml:trace>
  <inkml:trace contextRef="#ctx0" brushRef="#br0" timeOffset="34667.18">13734 9544 23295 0,'128'10'0'0,"-46"-2"0"0,2 0 0 0,16 2-512 16,15 2-112-16,-5 1-16 16,174 3-8032-16</inkml:trace>
  <inkml:trace contextRef="#ctx0" brushRef="#br0" timeOffset="40941.24">10950 10226 12799 0,'0'0'0'0,"0"0"0"0,0 0 0 0,0 0 400 16,0 0 96-16,0 0 16 0,0 0 0 0,0 0-64 15,-2 9 0-15,-1-1 0 0,2 0 0 0,1-8-48 16,0 8-16-16,1 0 0 0,-1 0 0 0,2 0 160 16,-1 0 32-16,-1 2 0 0,2 0 0 0,1 5 48 15,-1 4 16-15,1 5 0 0,2 5 0 0,-1 1-64 16,0 0 0-16,0-1 0 0,2-1 0 0,1-2 208 15,1-3 48-15,4 2 0 0,1 1 0 0,5 6-320 16,6 6-48-16,1 1-16 0,5 0 0 0,-1-7-448 16,-1-7 0-16,-2-6-208 0,-1-5 64 0,-1-6 320 15,-4-6 64-15,-1-6 16 0,1-4 0 0,1-8-256 16,-1-7 144-16,3-8-144 0,3-8 128 0,2 1 464 16,2 1 96-16,-2 4 16 0,-2 5 0 0,-3 0-208 15,0-1-48-15,-2-3 0 0,-4-4 0 0,-2-5-192 16,-2-5-64-16,-3 4 0 0,-4 4 0 0,1 5 0 15,-1 6 0-15,-1 6 0 0,-3 4 0 0,1 4 112 0,0 3 16 0,-2 2 0 0,-1 8 0 16,0 0 256-16,0 0 48 0,0 0 16 16,0 0 0-16,0 15-640 0,1 8 0 0,-1 14-192 0,-1 15 64 15,-1 5 304-15,0 4 64 16,-1-2 16-16,1-4 0 0,1 11-256 0,-1 13 0 16,-1-4 0-16,1-10-160 0,0-9 160 0,1-9 0 0,-1-1 0 0,1 0 0 0,1 4 128 15,1 5 48-15,-1-4 16 0,-2-7 0 0,1-7 48 16,-1-6 16-16,1-4 0 0,-1-3 0 0,-3-5 48 15,-3-3 16-15,-2-2 0 0,0-2 0 0,-3-1-320 16,-3-2 0-16,-1-1 0 0,-1-1-144 16,0-1 144-1,-2-1 0-15,2-1 128 16,0-1-128-16,2-1-496 0,-1-1-160 0,1-1-48 16,1 0 0-16,4-1-704 15,-1 0-160-15,4 1-32 0,21 15-13488 0</inkml:trace>
  <inkml:trace contextRef="#ctx0" brushRef="#br0" timeOffset="41812.6">18312 18690 17663 0,'0'0'0'0,"0"0"0"0,0 0 0 0</inkml:trace>
  <inkml:trace contextRef="#ctx0" brushRef="#br0" timeOffset="42768.28">18506 18629 26367 0,'0'0'0'0,"0"0"0"16,0 0 0-16,6 5 704 0,1-1 160 0,-1-1 32 0,4 0 0 0,0 1-320 15,5 1-48-15,1 0-16 0,4-1 0 0,8-1 64 16,8-1 0-16,6 0 0 0,7 0 0 0,-1 1-416 16,-1 0-160-16,-4-1 128 0,-2-3-128 0,7 0 0 15,6 0-224-15,4-2 32 0,1-2 0 0,-5-2 192 16,-7-2 160-16,-7-1-32 0,-3-2 0 15,1-2 256-15,3-3 64 0,3-6 0 0,7-7 0 16,-2-6 304-16,1-5 64 0,-8 4 16 0,-7 4 0 0,-6 2-832 16,-4 0 0-16,-4 2 0 0,-6 1 0 0,-2-2 0 15,-6-3 256-15,-2-4-48 16,-3-4-16-16,-2-6 576 0,-2-3 96 0,-5 8 32 0,-1 7 0 0,-5 5-896 16,-4 3 0-16,-7 3-128 0,-6 1 0 0,-14 2 128 15,-10 2-128-15,-2 0 128 0,0 0-128 0,2 4 128 16,1 5 0-16,-9 4 128 0,-15 4-128 0,3 7 128 15,1 5-128-15,7 5 128 0,7 4-128 0,-7 2 528 16,-6 2 48-16,3 3 0 0,6 2 0 0,8 11-112 0,9 11-16 0,8 6 0 0,2 4 0 0,5-4-448 16,3-7 0-1,8-3-208-15,7-2 64 0,10 12 368 16,8 13 80-16,8-4 16 0,7-7 0 0,1-6 96 0,4-7 32 16,3-3 0-16,6-3 0 0,14 7 0 0,15 5 0 0,1-4 0 0,0-6 0 15,0 1-112 1,-3 0-16-16,10-10 0 15,11-10 0-15,-43-19-768 0,66-5-144 0,-45-6-48 0,-7-2 0 0,1-5-560 16,5-5-112-16,-3-6-32 16,-3-4 0-16</inkml:trace>
  <inkml:trace contextRef="#ctx0" brushRef="#br0" timeOffset="44287.77">6773 9347 17919 0,'-13'0'0'0,"6"0"0"0,7 0 0 0,-8 0 352 16,8 0 80-16,0 0 16 0,0 0 0 0,0 0 608 16,0 0 128-16,0 0 32 0,0 0 0 0,7 2-368 15,4 0-64-15,4 1-16 0,0 1 0 0,4 2-96 16,1 1-32-16,6 0 0 0,3-2 0 0,8 2-304 15,10 0-64-15,6 3-16 0,4 2 0 0,-1 2 0 16,-3 1 0-16,4-2 0 0,9-3 0 0,8 1 0 16,9 0 0-16,-3-1 0 0,-6-3 0 0,13-1 256 15,20 0 64-15,-7-1 0 0,-8-2 0 0,13 0-64 16,18 1 0-16,-2 0 0 0,1 1 0 0,-1 1-192 16,4 2-64-16,12 0 0 0,8 0 0 0,8 2-256 15,4 1 0-15,-1 0 0 0,-7 0-144 0,2-1 144 16,7-2 0-16,2-1 128 0,1 0-128 0,7 0 0 15,6-1-128-15,3-1 0 0,0-1 0 0,0 1 128 16,0 0 176-16,-4-3-48 0,-6-2 0 0,4 0-128 16,4 0 0-16,-4-1 0 0,-2-1-176 0,4-2 176 15,3-2 0-15,0 0 0 0,1-2 0 0,3 2 0 0,6 0 176 16,-1 3-48-16,0 2 0 0,-1 1-128 0,0 2 0 16,166 7 0-16,-181-2 0 0,-2 2 0 15,-5 0 0-15,-7-1 0 0,2 1 0 0,6 2 0 0,-3-2 0 16,-4-2-176-16,-13 0 176 0,-13-1-128 15,-4-1 128-15,0-2-128 0,-6-4-208 0,-7-3-48 0,-8 0 0 0,-8 0 0 16,-10-3 384-16,-13-4 128 16,-1-2 0-16,0-2 0 0,-6-4 64 0,-8-5 0 15,-10-4 0-15,-14-5 0 0,-7-1-192 16,-2-2 0 0,-8 3 0-16,-5 2-176 0,-4 3-528 0,-4 3-96 15,-7 0-32-15,-3-1 0 0,-5-3 416 0,-3-5 80 0,-7-6 16 0,-9-6 0 0,-16-3 0 16,-12-2 0-16,-2 8 0 0,-2 8 0 0,-3 1 320 0,-2-1-176 0,-11-3 176 0,-16-1-128 0,6-7 0 15,3-8 0-15,-13 3 0 0,-16 5 0 0,1 6 128 16,1 6-128-16,-7 5 128 0,-7 4-128 0,-11 0 0 16,-10-1 0-16,0-2 0 0,8-2 0 0,-5-3 128 15,-3-5-128-15,-6 2 128 0,-6 1-128 0,-6 5 128 16,-8 3-128-16,-5 3 128 0,1 2-128 0,-6 4 128 16,-5 3 0-16,2 2 0 0,2 1 0 0,-4 2 0 15,-6 3 176-15,-1 1-48 0,4 2 0 0,-10 1-128 16,-7 2 0-16,3 1 0 0,-2 0 0 0,-4 2 0 15,-7 1 0-15,1 1 0 0,3 0 0 0,-1 1 0 16,-4 0-176-16,3 0 48 0,2-1 0 0,-2 2 304 16,2 1 64-16,4 0 16 0,3 0 0 0,0 1 96 15,-1 1 32-15,3 2 0 0,5 1 0 0,5 3-160 16,-1 3-32-16,8 1 0 0,5 1 0 0,5 5-192 0,6 4 144 16,19 0-144-16,14 0 128 0,0-2 256 0,-1-2 64 0,12-2 0 0,17-2 0 0,7 2-112 15,3 1-16-15,16 0 0 16,17-1 0-16,3 6-320 0,3 6 0 15,7 5 0-15,8 4 0 0,8-2-128 16,10-3-112-16,9-4-16 0,9-4 0 16,11-2-704-16,11 0-160 0,14 3-32 0,9 6 0 15,7 11-400 1,9 12-96-16,7 0-16 0,129 35-9056 0</inkml:trace>
  <inkml:trace contextRef="#ctx0" brushRef="#br0" timeOffset="49380.97">11997 17054 24575 0,'0'0'0'0,"0"0"0"0,6-3 0 0,1 0 608 15,-1 0 128-15,2-1 32 0,-1 0 0 0,0 0-768 16,-1 1-160-16,2-1-32 0,-1 0 0 0,1 0 192 16,0-1 176-16,1 1-48 0,0 0 0 0,1 1 464 15,0 0 96-15,3 2 16 0,1 1 0 0,4 1-208 0,5 1-48 0,5 1 0 16,6 0 0-16,5 1 160 0,7 1 32 16,0 0 0-16,-5 0 0 0,1 1-112 0,-2 1-16 15,4 0 0-15,7 0 0 0,7 0-144 0,6 1-48 16,-4 1 0-16,-9 0 0 0,2-1-192 0,0-3-128 0,9 1 128 15,10 0-128-15,0 2 128 0,-5 2-128 0,-4-3 128 0,-3-4-128 0,9 1 0 16,10 2-128-16,-7 4 0 0,-8 2 0 0,-6-1 128 16,2-3-128-16,4 1 128 0,10 2-128 0,-3 3 128 15,-6 3 176-15,-6 0-48 0,-8 0 0 0,12 2-128 16,9 2 0-16,-1-2 0 0,-6-3 0 0,-5 0 0 16,-4 0 128-16,7-2-128 0,7-1 128 0,1-2 64 15,-4-1 0-15,-6 0 0 0,-8-2 0 0,2 0-192 16,7 0 0-16,1-2 0 0,2-2 0 0,-7 0 128 15,-7 0 0-15,-4-2 0 0,-1-3 0 0,5 0-128 16,7-2 0-16,-1-1 0 0,-1-2-176 0,-4 0 176 16,-6-2-128-16,-7-1 128 0,-2-1-128 0,2-2 128 15,5-3-128-15,2-5 128 0,4-6-128 0,-3-6-208 32,-2-5-48-32,-6 0 0 0,-5 1 0 0,-4 2-448 15,0 2-112-15,-1 2-16 0,4 3 0 0,2 2 416 0,2 0 80 0,0-1 16 0,3-2 0 16,-4-4 192-16,-3-6 64 0,-4 0 0 0,-4 3 0 0,-2 2 192 15,-2 1 0-15,-3 4 0 0,-1 3 0 0,-1 2 464 16,-3 0 144-16,2 1 32 0,0 0 0 0,-2-2-256 16,2-3-64-16,-2-5 0 0,-1-7 0 0,-1-3 208 0,0-4 48 0,-1 4 0 0,-1 5 0 15,-1 4 144 1,-2 3 48-16,-1-2 0 0,-1-1 0 0,-3-12-368 0,1-12-64 0,-4-1-16 16,0 0 0-16,-2 6-192 0,-3 7-128 15,0 1 128-15,-1 0-128 0,-2-12-192 0,1-13-96 0,0 3-32 0,0 8 0 0,0 5 112 16,-1 4 16-16,1-6 0 0,0-9 0 0,1-4 48 15,3-4 16 1,-1 8 0-16,2 9 0 0,-1-5 304 0,4-5 64 0,-2-5 16 0,-1-6 0 0,3 8-256 16,1 10 0-16,0-3 0 0,-2-6 0 0,2-6 0 15,0-8 144-15,0 9-144 16,2 10 128-16,-1-7-128 0,1-10-272 0,1 0 64 0,4 1 16 0,1 6 192 16,0 6 0-16,5-12 0 0,0-14 0 0,4 10 0 15,1 11 0-15,5 2 0 0,1-1 160 0,3-10-160 16,2-12 0-16,1 12 0 0,-1 14-176 0,-3-9 176 15,0-11-128-15,-1 4 128 0,-2 6-128 0,0 5 128 16,3 5-128-16,5-11 128 0,2-12-128 0,5 10 128 16,2 11 0-16,-1 4 128 0,-1 1-128 0,-2-9 0 15,-3-11-128-15,-2 7 0 0,-2 13 0 16,1-1-64-16,1-3 0 0,5-6 0 0,8-7 0 0,2 11 0 16,3 13 0-16,-3 3 0 0,-3-1 0 0,-4-7 192 15,1-9-128-15,4 4 128 0,9 6-128 0,6 8 128 16,8 7 0-16,-6-1 128 0,-7-3-128 0,1-6 128 15,6-7-128-15,7 5 128 0,7 10-128 0,-4 6 0 16,-7 6-128-16,1 2 0 0,1 1 0 0,8-3 0 16,9-4 0-16,-9-1 0 0,-10-2 0 0,5 0 128 15,10 0 0-15,0 8 128 0,-2 10-128 0,-3 2 0 0,-6 1-240 0,9 3 48 16,10 1 0-16,-6 3 192 0,-7 0 160 16,1 2-32-16,3 0 0 0,5 1-128 0,5-1-176 0,-7 1 48 0,-11 1 0 0,9 1 128 15,15 0 0-15,-10 1 0 0,-14-1 0 0,4 4 0 16,3 1 0-16,3 2 0 15,2-1 0-15,-6 2-192 0,-10 3 0 16,6 1 0-16,8 1 0 0,-1 1 192 0,-1-1 0 16,-9 2 128-16,-6 2-128 0,6 0 272 0,8-1-16 0,-3-1 0 0,-8-1 0 15,-7 1 0-15,-7 0 0 0,5 0 0 16,5-1 0-16,-1 1-48 0,3 0-16 0,-8 0 0 16,-11 0 0-16,-4 0-192 0,-2-2 0 0,0 0 0 0,2 0 0 0,1-2 0 31,3 0 0-31,-2 0 0 0,-2 0-160 15,-5 0-640-15,-3 0-128 0,-5 1-32 0,-4-1 0 0,-1 1-1536 16,0-1-304-16,3-1-64 0,2-2-16 0,-3-11-1376 16,-4-12-288-16,-6-5-48 15,0-5 96-15</inkml:trace>
  <inkml:trace contextRef="#ctx0" brushRef="#br0" timeOffset="186158.19">1483 17163 23551 0,'0'0'0'0,"0"8"0"0,0-8 0 0,2 10 448 16,1-2 112-16,2 0 16 0,2-1 0 0,-1 1-720 16,4 0-144-16,0 0-32 0,0 0 0 0,1 1 160 15,1 0 32-15,-1 0 0 0,2 0 0 0,2 2 128 31,0 3-128-31,3 2 128 0,5 1-128 0,8 1-464 16,10 0-96-16,7-1-16 0,4-1 0 0,-1-2-192 16,-2-2-64-16,3-1 0 0,-1-1 0 0,12 0-96 15,11 0-32-15,-4 0 0 0,-4 0 0 0,1-2 208 0,4-3 48 16,8 1 0-16,7 1 0 0,-7 1 96 0,-7-2 32 0,7-1 0 0,10 0 0 0,-4 1 352 0,-3 2 80 16,1-2 16-16,0-4 0 0,4 1 256 0,5 0 144 15,-9-3-16-15,-7-4 0 0,9-2 208 0,13-1 48 0,-12 0 0 0,-12 0 0 0,4-2-384 16,8-4 0-16,-2 1 0 0,-4 0 0 15,-6-1 128-15,-9-1-128 0,6-1 128 0,6-1-128 0,-3-5 320 16,-4-6 0-16,-7-4 0 16,-7-3 0-16,6-4 112 0,9-2 16 0,-3 4 0 0,-4 5 0 0,-8 4-112 15,-9 2-16-15,-4 3 0 0,0 1 0 0,1 1 320 16,2 1 48-16,0 0 16 0,-3-1 0 16,-2-4-64-16,-6-3 0 0,-6-1 0 0,-4-3 0 0,-4 2 320 15,-3 0 48-15,3 2 16 0,-2 0 0 0,-2 3 96 16,-1 2 32-16,2 3 0 0,0 2 0 15,2 1-208-15,3 0-48 0,-3 0 0 0,0-1 0 0,-2-2-448 16,-2-3-112-16,-1-6-16 0,-2-5 0 0,-3-6-144 16,-4-6-48-16,-2 4 0 0,-4 3 0 0,-2 3 0 15,-3 2 0-15,0 0 0 0,-3 1 0 0,0-9-128 16,-2-11 0-16,-2-5 0 0,1-3 0 0,1 6 0 16,2 7 128-16,0 3-128 0,1 1 128 15,2-16-128-15,5-17 0 0,3 2 0 0,2 8 0 0,2 4 0 16,1 3 0-16,2-14 0 0,3-15-176 0,2 8-112 15,0 12-32-15,0 1 0 0,-1-3 0 0,3-9 320 16,-1-13-160-16,1 11 160 0,-1 13-128 0,-1-11 128 16,-2-15 0-16,0 5 128 0,0 8-128 0,0-2 0 15,1-4 0-15,-1-2 0 0,1-2 0 0,3 5 224 0,-1 6-32 16,6-11 0-16,2-13 0 0,4 10-192 16,0 14 144-16,3-13-144 0,1-15 128 0,-4 11-128 0,0 17 0 0,-3-9 0 0,-2-13 0 0,-5 8 0 15,-3 11 128-15,-2 1-128 0,-2-3 128 0,1-1-128 16,1-3-272-16,-1 12 64 0,-1 13 16 0,2-10 192 15,-3-13 160-15,3 6-32 0,2 10 0 0,0 8 0 16,1 6 0-16,1-10 0 0,1-12 0 0,1 6-128 16,4 9 128-16,0 10-128 0,2 9 128 0,1-2-128 15,2-2-272-15,-5-5 64 16,0-6 16-16,-1 4 192 0,0 5 0 0,-2 6 0 0,2 6 160 0,3 2-160 16,6 1 0-16,4-6 0 0,4-6-176 0,6-3 176 15,1-2 176-15,-4 9-48 0,-5 10 0 0,-1 3-128 16,1 2 0-16,6 4 0 0,6 4-176 0,9-1 176 15,8-2 0-15,-5-2 128 0,-6-2-128 0,0-2-240 16,3-1-112-16,8 2-32 0,9 1 0 0,-6 4 0 16,-7 5 0-16,-1 0 0 0,5 0 0 0,9 3 384 15,10 4 0-15,-6 2 0 0,-12 1 128 0,9 1 0 16,14 0 0-16,-8 3 0 0,-6 1 0 0,4 2-128 16,2 1-272-16,3 3 64 0,4 1 16 0,-7 3 192 15,-10 1 0-15,4 2 0 0,10 0 160 0,-5 6-160 16,-4 6 0-16,-5 2 0 0,-6 1 0 0,11 3 288 15,10 3 32-15,-8-1 0 0,-12-3 0 0,0 0-112 16,0-2-16-16,4-2 0 0,5-3 0 0,-9-2-192 16,-11-2-256-16,-7-1 48 0,-5-1 16 0,4-2 352 15,3-2 80-15,2-1 16 0,-5 0 0 0,-2-1-256 16,-5 0 0-16,-8-1 0 0,-7-1-160 0,-6-1 160 0,0-2-128 16,-5 0 128-16,-4-2-128 0,-1-1 256 15,-4-1 48-15,-6 2 16 0,0 0 0 0,0 0-416 16,0 0-80-16,4-6-16 15,-3-1 0-15,-1 7-656 0,-1-9-144 0,-4 1-32 16,-2 0 0-16,1-1-656 0,-1-1-144 0,0 0-32 0,-2 0 0 0,-1 1 720 16,-2 0 144-16,-2-1 32 0,-3-1 0 0,-3-2 96 15,-1-2 32-15,-2-3 0 0,-2-2 0 0,1-8-624 16,-1-7-112-16,4-1-32 0,1-1-640 0</inkml:trace>
  <inkml:trace contextRef="#ctx0" brushRef="#br0" timeOffset="186909.01">9746 10131 19199 0,'-48'9'0'0,"12"-4"0"0,-8 0 0 0,-15 1 144 15,-14 0 48-15,4 2 0 0,6 2 0 0,-3 0-192 16,-6-1 128-16,-5 1-128 0,-5 2 128 0,6 1 64 16,10 0 0-16,-9 0 0 0,-10 1 0 0,1 2-192 15,7 2 0-15,2 0 0 0,2 0-176 0,-5 0 704 16,-9 1 144-16,9-1 32 0,13-1 0 0,-7 1-464 15,-4 0-96-15,1-3-16 0,-1-2 0 0,9 0-128 16,11 0-272-16,-3 0 64 0,-2-1 16 0,-4 0 192 16,-4 0 0-16,10 2 0 0,8 1 0 0,4 0-144 15,4-1 16-15,-3 2 0 0,-5 2 0 0,-3 4 128 0,-2 3 176 0,8 1-48 16,7 0 0-16,5 0-128 16,3-3-176-16,4 0 48 0,1-1 0 0,-3-1 128 15,-2-1-128-15,-3-2 128 0,0-2-128 0,2 0 128 16,-1 0 0-16,4 2 0 0,1 1 0 0,4 5 272 0,3 5 96 15,2 7 16-15,4 5 0 0,1 3-160 0,1 1-32 16,-1-2 0-16,-1-3 0 0,2 0 64 0,-1-1 0 0,-2 14 0 0,-2 13 0 0,-1 3-64 16,-2-2 0-16,-2-5 0 0,2-6 0 0,-4 16 0 15,4 18 0-15,0-7 0 0,5-14 0 16,0 5 256-16,1 7 64 0,1 4 0 16,5 5 0-16,-1-7-368 0,2-7-144 0,0 12 128 0,2 11-128 0,0-8 240 15,1-11-48-15,2 8 0 0,2 10 0 0,3-4-192 16,-1-5 0-16,2 1 0 15,2 4 0-15,2 0 0 0,0 0 144 16,0 2-144-16,0 3 128 0,2 2-128 0,1 2 0 0,0 2 0 0,4 1-176 16,-1-2 176-1,2-2 0-15,2-1 128 16,-2 0-128-16,2-1-288 0,0-4-128 0,-2 0-32 0,-2-1 0 16,-4 4 208-16,-2 2 48 0,-4-4 0 0,-4-4 0 0,-5 6 192 0,-4 7 0 0,-4-6 0 0,-2-11 0 0,-2 6 0 15,-3 9 160-15,0-10-32 0,2-12 0 0,-4 9 64 16,-1 10 0-16,-7-14 0 0,-6-16 0 0,-11 3 48 15,-9 7 16-15,2-1 0 0,4-2 0 0,-1-6 48 16,1-10 16-16,-10 8 0 0,-11 9 0 0,2-3 0 16,8-6 0-16,2-10 0 0,2-11 0 0,-10-2 304 15,-12-1 64-15,4 7 16 0,10 6 0 0,-4-1-208 16,-5-3-48-16,-4-9 0 0,-3-9 0 0,6-4 208 0,9-3 48 16,-13 2 0-16,-10 1 0 0,5 4-704 31,5 5-176-31,-5-1-16 0,-7-3 0 0,2-5-400 0,1-5-96 0,-1-4-16 0,-2-2 0 0,-4-4-96 15,1-4-32-15,-6 0 0 16,-3 0 0-16,-3-2-256 0,2-1-48 0,-11-1-16 0,-7-1 0 16,5-1-256-16,8 0-48 15,-5 0-16-15,-4 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2:50:40.2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6415 3421 20735 0,'8'49'0'0,"-5"-19"0"0,-1 0 0 0,1 0-320 16,1-2-48-16,2-2-16 0,-1-2 0 15,3 0 384-15,-1 1 128 0,1 0 0 0,2-2 0 0,3 0 0 16,4-1 0-16,2-3 0 0,3-2 0 0,4-2 0 15,5-2 0-15,2-3 0 0,3-2 0 0,0-3 112 16,2-2 16-16,-5-2 0 0,0-3 0 0,3-1 144 16,6-2 48-16,9-2 0 0,10-3 0 15,-1 0-448-15,1 0 0 0,-3-3 0 0,-4-3 0 0,8-2 0 32,14-2 0-32,-4 2 192 0,-2 1-64 0,-3-1-448 15,-4-3-112-15,6 0-16 0,8-1 0 0,-5-4 256 0,-3-4 64 0,-5-7 0 0,-5-7 0 0,8-6 128 16,10-6 0-16,-8 6 128 0,-5 10-128 0,-8 1 224 15,-5-2-32-15,0-6 0 0,6-8 0 0,-2-4-192 16,0-5 144-16,-9 9-144 0,-7 9 128 0,-8 2-128 16,-3 1 128-16,-8-5-128 0,-2-7 128 0,-6 0 0 15,-3-1 0-15,-4 5 0 0,-3 6 0 0,-2 4 208 16,-5 2 48-16,0 0 0 0,-3-2 0 0,-3-2-208 16,-6-2-48-16,-3 1 0 0,-6 1 0 0,-11 4-128 15,-7 6 0-15,-4 6 0 0,-1 6 0 0,1 1 0 16,5 0-176-16,-6 3 48 0,-3 1 0 0,-11 0 128 15,-9 0 0-15,3 1 128 0,8 1-128 0,-6 4 224 0,-5 3-32 0,-5 1 0 0,-5 1 0 0,6 4-192 16,9 5 0 0,-9 3 0-16,-9 2 0 0,0 2 144 0,10 2-16 0,1 2 0 15,2 2 0-15,-6 2-128 0,-7 1 128 16,9 3-128-16,14 3 128 0,-5 5-128 0,-2 4 0 16,-1 8 0-16,-3 6 0 0,11-4 288 0,11-6 32 15,5-2 0-15,5-2 0 0,0-1 304 0,2-1 64 0,-1 9 16 16,4 9 0-16,6 5-256 0,3 3-64 15,7-7 0-15,7-9 0 0,7-2-48 0,6-4-16 0,6 5 0 0,9 5 0 0,6 7-96 16,10 6-32-16,2-6 0 0,3-6 0 16,2-5 64-16,0-4 0 0,6-1 0 15,8-1 0-15,9 9-256 0,10 8 0 0,-5-1 0 0,-9-4 0 0,2-6 0 16,6-5-256-16,4-5 48 0,5-4 16 0,-3 1 0 31,-9 4 0-31,2 4 0 0,4 4 0 0,5 4-1024 16,8 2-208-16,-8-4-48 0,-14-7 0 15,4-1-1680-15,2 0-352 0,-7-4-64 0,-6-4-4112 0</inkml:trace>
  <inkml:trace contextRef="#ctx0" brushRef="#br0" timeOffset="2056.41">10674 3573 19967 0,'33'5'0'0,"-7"0"0"0,7 0 0 0,6 3-720 31,1 1-144-31,12 0-32 0,155 10-6192 0</inkml:trace>
  <inkml:trace contextRef="#ctx0" brushRef="#br0" timeOffset="14094.08">5449 7695 14079 0,'0'0'2144'16,"-5"1"-640"-16,-2-1-128 0,2 0-640 0,5 0-128 0,-6 0-32 0,-1-1 0 0,7 1 112 16,-5-1 16-16,5 1 0 0,0 0 0 0,0 0 96 15,0 0 32-15,0 0 0 0,0 0 0 0,-1 7-672 16,2 1-160-16,3 4 0 0,4 4 0 0,3 5 0 15,4 3 0-15,3 4 0 0,0 3-176 0,4 3 352 16,1 2 64-16,-2-2 16 0,0-5 0 0,-3-4-256 16,-1-3 0-16,-2-3 0 0,-1-2 0 0,-3-2 192 15,-2-1 0-15,-1-3 0 0,0-2 0 0,-1-2-448 16,-1-3-112-16,-1-1-16 16,0-2 0-16,1-2-1072 0,-1-1-208 0,0-1-64 0,0-2 0 0,2-1-912 15,-1-2-192-15,1-2-48 0,1-2-2624 16</inkml:trace>
  <inkml:trace contextRef="#ctx0" brushRef="#br0" timeOffset="14365.52">5708 7671 19199 0,'-10'25'1216'0,"0"4"-352"0,0 5-80 0,-3 5-112 0,-2 4-32 0,-1-1 0 0,-2 0 0 0,-3-2 64 15,1-1 0-15,-3-2 0 0,2-3 0 0,0-2-368 16,-1-3-64-16,3-1-16 16,1-2 0-16,1-1-48 15,1-1-16-15,1-3 0 0,3-4 0 0,3-4-1024 16,0-2-192-1,1-5-64-15,10-15-9600 0</inkml:trace>
  <inkml:trace contextRef="#ctx0" brushRef="#br0" timeOffset="15442.61">5659 9239 30975 0,'29'14'0'0,"-3"-4"0"0,14 0 0 0,9 1 448 16,10 0 112-16,-1 0 16 0,-4 0 0 0,-5 0-576 15,-3-2-192-15,3-2 0 0,6-3 0 0,0-1 192 16,6 1 160-16,-11-1-32 0,-5-1 0 0,-6-1-128 15,-3-2 128-15,-1-1-128 0,-1-2 128 0,4 0 160 16,2-1 32-16,-1 0 0 0,2 0 0 0,-5-1-320 31,0 0 0-31,-3 0 0 0,-5-2 0 0,-2 0-352 16,-1 0-128-16,-1-1-32 0,-1 0 0 0,-2 0-3776 0,-1-1-768 0,-5-4-160 0,-5-5-2528 0</inkml:trace>
  <inkml:trace contextRef="#ctx0" brushRef="#br0" timeOffset="17632.79">7821 7722 4607 0,'0'0'2656'0,"0"0"-800"0,0 0-144 0,0 0-240 15,0 0-64-15,0 0 0 0,0 0 0 0,4 5-144 16,0 1-48-16,1 1 0 0,0 3 0 0,0 1-448 16,3 2-112-16,-1 3-16 0,4 4 0 0,-1 3-400 15,3 3-96-15,-1 0-16 0,1-1 0 0,0-1 0 16,0-1 0-16,-1-2 0 0,-1-3 0 0,-4-3 112 16,1-2 16-16,-3-2 0 0,-2-3 0 0,-1-1-112 15,1-2-16-15,-3-5 0 0,0 0 0 0,0 0-128 31,0 0 128-31,0 0-128 0,-3-21-10752 0</inkml:trace>
  <inkml:trace contextRef="#ctx0" brushRef="#br0" timeOffset="17822.74">7981 7654 16127 0,'-17'11'2448'0,"2"2"-720"0,-3 3-160 0,2 1-944 0,-1 2-192 0,-1 6-48 0,2 6 0 0,1 6 208 16,0 6 48-16,-1-2 0 0,4-2 0 0,-1-3-464 16,3-3-176-16,-1-3 128 0,4-2-128 0,-1-3 128 47,3-2-128-47,2-1 128 0,8 10-10816 0</inkml:trace>
  <inkml:trace contextRef="#ctx0" brushRef="#br0" timeOffset="18252.86">8451 8970 3071 0,'25'0'2560'0,"3"0"-768"0,3 1-160 0,3 0-432 15,3 0-96-15,2 2-16 0,2 0 0 0,2 1-1088 16,1 1-192-16,-3-1-48 0,-2-1-16 0,0-1 256 15,-4-1 0-15,1 1 0 16,3 2-5088-16</inkml:trace>
  <inkml:trace contextRef="#ctx0" brushRef="#br0" timeOffset="22960.62">5668 13273 27135 0,'0'0'0'0,"0"0"0"0,0 0 0 0,0 0 256 32,0 0 48-32,0 0 16 0,0 0 0 0,-3 7-720 0,3-7-144 0,0 0-32 0,0 0 0 0,-6 7 160 0,6-7 32 15,-7 6 0-15,7-6 0 0,-5 6 96 0,0 0 32 0,-1 1 0 0,1 0 0 0,0 0 256 16,0-1 0-16,0 1 0 0,1 1 0 16,-1 1 512-16,0 1 144 0,0 0 48 0,1 0 0 0,-2 1-320 15,1 1-48-15,-3 1-16 0,0-1 0 0,1 4 208 16,4 5 48-16,-2 8 0 0,0 8 0 15,0 8-160-15,3 7-32 0,2 0 0 0,0-3 0 0,0 18-144 16,2 21-48-16,1 6 0 0,2 4 0 0,-2 25 672 31,-1 27 128-31,0 19 32 0,-4 13 0 0,-1 11 656 0,-2 9 144 0,-7 13 32 0,-4 10 0 16,-5 40 48-16,-4 38 16 0,-1 2 0 0,1-7 0 0</inkml:trace>
  <inkml:trace contextRef="#ctx0" brushRef="#br0" timeOffset="45755.86">15629 13163 16895 0,'0'0'0'0,"0"0"0"0,-3 7 0 0,3-7 560 0,-4 9 112 0,3-1 32 0,-1 0 0 0,2 2-160 16,0 3-32-16,2 0 0 0,-2 0 0 0,1 2 0 15,1 1 0-15,1 1 0 0,1 0 0 0,1 1 160 16,1 1 32-16,-1 2 0 0,2 1 0 0,-1 5 0 16,-1 4 0-16,2 15 0 0,-2 16 0 0,1 6 0 15,1 4 0-15,1 10 0 0,-1 9 0 0,2 10-64 16,1 9 0-16,2 15 0 0,-2 12 0 0,-1 7-400 15,1 1-96-15,0-7-16 0,0-10 0 0,-2 6 64 16,2 8 0-16,-2-15 0 0,-1-16 0 0,-2 2-192 16,0 5 0-16,-4-9 0 0,-1-13 0 0,-1 2 288 15,-1 4 32-15,-3-14 0 0,0-17 0 0,-3 3-112 16,1 6-16-16,-1-11 0 0,0-11 0 0,1-12-192 31,-1-11 0-31,3-9 0 0,0-8 0 0,2-5-624 16,0-4-160-16,3-9-48 0,0 0 0 15,0 0-2048-15,0 0-400 0,0 0-96 0,3-16-16 0,2-7-960 0,-2-6-208 0,2-1-48 16,-2 1 720-16</inkml:trace>
  <inkml:trace contextRef="#ctx0" brushRef="#br0" timeOffset="46446.67">15716 15590 13567 0,'0'0'0'0,"0"0"0"0,3-6 0 0,-3 6 1120 0,2-6 224 16,-2 6 64-16,5-5 0 0,-5 5-256 0,0 0-64 0,5-4 0 16,-5 4 0-16,0 0-96 0,0 0-32 0,0 0 0 0,6 3 0 0,1 1 112 15,1 1 16-15,-3 2 0 0,0 2 0 0,2 2 96 16,-1 3 32-16,2 3 0 0,2 4 0 0,3 4-208 15,4 0-48-15,4-1 0 0,5-2 0 0,6 1-144 16,5 0-48-16,4 4 0 16,2 3 0-16,0 9-96 0,-2 10-32 0,13 11 0 15,13 10 0-15,8-2 208 0,8-4 48 0,-1 16 0 0,-2 15 0 0,10-5-64 16,15-10 0-16,-3 5 0 0,-7 7 0 0,8 0-400 16,14 0-96-16,1-5-16 0,-1-3 0 0,-1 6 256 15,-4 8 64-15,7-14 0 0,8-17 0 0,-11 5-320 16,-16 8-48-16,4-8-16 0,7-8 0 0,-12-11-96 15,-16-11-32-15,6-6 0 0,8-5 0 0,-6 0-400 32,-10 1-96-32,-7-3-16 0,-4-2 0 0,3-2-1072 15,4-3-208-15,-13-5-64 0,-11-6 0 0</inkml:trace>
  <inkml:trace contextRef="#ctx0" brushRef="#br0" timeOffset="51249.84">17185 15490 30463 0,'0'0'0'0,"0"0"0"0,0 0 0 0,0 0 560 0,-7-7 112 0,2 2 32 0,5 5 0 16,-3-6-704-16,3 6-176 0,0 0-16 15,0 0 0-15,0-7 192 0,0 0 0 0,0 7 0 0,7-6 0 0,2 1-240 16,4 1-16-16,5 1 0 0,4 2 0 0,4 0 0 15,4 1 0-15,1 2 0 0,3 1 0 0,12-2 64 32,19-3 0-32,4-1 0 0,2-1 0 0,0-1 192 15,-1 0-144-15,12-4 144 0,7-3-128 0,-7-4-112 0,-5-5-16 0,3-7 0 0,7-7 0 0,2-6 256 16,-2-5 0-16,0-1 0 0,3 1 160 0,7 2-384 31,3 1-80-31,-2-5-16 0,-1-9 0 0,5-7-304 16,2-7-64-16,-3 6-16 0,-3 7 0 15,-1-7 112-15,2-8 16 0,-9-3 0 0,-9-4 0 0,4 8 304 0,10 8 64 0,-15-11 16 0,-13-14 0 0,-4 4 48 16,-1 6 16-16,2-2 0 0,-3-4 0 0,-5-2-64 31,-9-4 0-31,-10 7 0 0,-11 6 0 0,-5-8-304 16,-5-12-64-16,-8 9-16 0,-3 13 0 0,-8-6-96 0,-2-9-32 16,-11 7 0-16,-7 8 0 0,-10 7 832 0,-9 4 144 0,-6-7 48 0,-4-12 0 0,2 9-160 15,4 10-32-15,-5 6 0 0,-4 5 0 0,-11-10 464 16,-10-10 96-16,7 4 16 0,9 8 0 0,-1 7-64 15,-3 5 0-15,-6-1 0 0,-6-3 0 0,7-4 64 0,8-5 0 16,2 4 0-16,2 5 0 0,-10 8 304 0,-7 7 64 0,7-1 16 16,8-2 0-16,3-5-368 0,3-6-64 0,-4 4-16 0,-7 3 0 0,0 8-96 15,3 7-32-15,6 5 0 0,10 3 0 0,-1 3-304 16,0 3-64-16,-3 2-16 0,-2 1 0 16,0 1-128-1,4 0 0-15,6-1 0 16,8 0 0-16,3-1-944 0,4-1-208 0,5 1-64 0,1 0 0 0,5-1-1632 15,0-1-336-15,-4 2-64 0,-3 0-5360 0</inkml:trace>
  <inkml:trace contextRef="#ctx0" brushRef="#br0" timeOffset="51654.71">17880 10782 34047 0,'-9'16'0'0,"2"-3"0"0,0 3 0 0,-2 2-256 31,-1 2-64-31,0-1 0 0,0-2 0 0,2 1-560 16,-2 1-112-16,0-1-32 0,0-2 0 0,0-1-352 15,0-1-80-15,-1-3-16 0,4-3 0 0,-2-3 64 0,0-3 0 0,0-2 0 0,0-3 0 0,-1-3 1584 16,2-3 320-16,0 0 64 0,1 0 16 0,-1 0 448 0,3-2 112 16,2-1 16-16,1-1 0 0,2-2-672 0,4-2-128 15,1-2-32-15,3-3 0 0,0-5 320 16,2-4 48-16,1 1 16 0,-1 1 0 0,3 1-464 0,5 4-96 16,0 3-16-16,2 3 0 0,5 5-128 0,6 3 0 0,4 4 0 15,2 3 0-15,1 2 288 0,0 3 32 16,-5 2 0-16,-5 3 0 0,-3 1-112 0,-5 0-16 0,-2 1 0 0,-5 1 0 0,-3 0 64 31,0 0 0-31,0 0 0 0,-2 0 0 16,0 3-1696-16,0 3-336 0,-3-2-64 0,-1-4-8992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2:51:39.5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14876 4331 17407 0,'25'-12'0'0,"-7"5"0"0,5-1 0 0,13-1 0 15,11-1 0-15,9 0 0 0,7-1 0 0,-3 1 0 16,-6 0 0-16,9 0 144 0,9 0-144 0,5 2 0 16,5 2 0-16,-2-1 0 0,-6-2 0 0,13 3 336 0,15 3 192 0,-7 2 48 0,-6 0 0 0,15 4 0 15,16 5 0 1,4 1 0-16,-1-1 0 0,2 3-208 0,1 3-48 16,11 1 0-16,9-1 0 0,4-2-320 0,4-2 0 0,-7-2 0 15,-9-3-128-15,4-2 128 0,7-3 0 16,7-1 0-16,4-1 0 0,3-1 0 0,6 0 0 0,-5-1 0 0,-8-1 0 15,-2 0 128-15,2 0 48 0,-2 1 16 0,0 0 0 0,4 0-192 32,6-2-272-32,-8-2 64 0,-10-2 16 15,-13-1-976-15,-12-1-192 0,-6-1-48 16,1-2 0-16,-19 3 768 0,-18 2 160 0,-13-2 32 0,-14-2 0 0,-11 1 144 0,-6 2 48 0,-10 2 0 0,-9 2 0 0,-13 1 96 31,-8 1 32-31,-13 0 0 0,-10 0 0 0,-18-1-880 16,-14-1-160-16,-18 1-48 0,-15 3 0 0,-14 0 672 0,-11-1 128 0,-3 0 32 0,-1 1 0 0,-16 2 512 15,-16 1 96-15,-11 2 32 0,-6 1 0 0,-10 1 704 16,-12 0 160-16,-1 2 32 0,-1 0 0 0,-9 3-368 16,-7 2-64-16,-1 2-16 0,3 1 0 0,-5 1 320 15,-1 1 48-15,2 2 16 0,4 2 0 0,1 1 0 16,0-1 0-16,8-1 0 0,6-3 0 0,3-1-112 16,1-1-16-16,8-1 0 0,6-2 0 15,11-2-448-15,9-2-112 0,17-3-16 0,15-3 0 0,-1-2-144 16,-4-2-48-16,18-2 0 0,20-1 0 0,4-1 160 15,-3-1 32-15,11-1 0 0,11-1 0 0,15-1-384 32,15-1 0-32,7 1 0 0,10 1-128 0,6 0-256 15,5-2-64-15,10-3 0 0,5-3 0 0,18-5-512 0,17-5-96 16,22 2-32-16,20 1 0 0,19-4-96 0,11-5-32 16,11-10 0-16,9-8 0 0,20-3 160 0,20-2 32 0,10 8 0 0,11 8 0 0,16 4 512 0,15 2 96 0,9 3 32 0,9 2 0 0,6 2 384 15,9 2 224-15,-9 7-32 0,-8 6 0 16,4 9-192-16,1 8 0 0,-3 6 0 0,-8 5-160 0,-3 3 160 15,-2 2-128 1,-15 1 128-16,-10 0-128 0,-8 1 128 0,-5 1 0 0,-16 6 0 16,-11 6 0-16,-5 9-128 15,1 8 0-15,-18-1 0 16,-17-2 0-16,-12-4-464 0,-5-3-96 0,-16-7-16 0,-10-4-4736 0</inkml:trace>
  <inkml:trace contextRef="#ctx0" brushRef="#br0" timeOffset="8349.62">4638 6583 21759 0,'3'30'0'0,"-1"-5"0"0,1 7 0 0,4 3 0 16,4 2 0-16,1-4-160 0,3-4 160 0,3-2 0 16,3-2 0-16,1-2 0 0,-1-2 0 0,0 0 0 15,1 1 0-15,-3-1 0 0,1-2 0 0,5 3 480 0,6 2 176 16,3 2 48-16,7 1 0 0,3-2-64 0,2-2 0 15,-3-5 0-15,-4-4 0 0,-3-2-304 0,1-1-64 0,4-3-16 0,6-2 0 0,7-3-256 16,7-4 0-16,-5-4 0 16,-3-4 0-16,-6-3 0 0,-2-4 0 0,6-4 0 15,9-5 0-15,2-2 0 0,2-4 160 0,-7 2-160 0,-9 2 128 0,0 0 112 16,-1-1 16-16,6 1 0 16,3-1 0-16,0-5-112 0,0-6-16 0,-10-8 0 15,-5-8 0-15,-6 0 160 0,-2 3 32 0,-2 4 0 0,-3 4 0 0,0-7-112 16,-2-9-16-16,-4-4 0 0,-4-5 0 0,-7 9 64 15,-6 10 0-15,-5 3 0 0,-5 1 0 0,-5-9-64 16,-8-12 0-16,-2 5 0 0,-2 5 0 0,-3 8-192 16,0 6 0-16,-4 4 0 0,-3 3-160 15,-9-3 160-15,-13-5 0 0,-5-1 0 0,-1-1 0 0,6 6 0 16,6 6 176-16,2 5-48 0,-1 3 0 0,-6 5-128 16,-5 3 128-16,-1 7-128 0,4 5 128 0,5 2-128 15,7 1-272-15,-1 2 64 0,-3 3 16 0,-4 4 0 16,-8 2 0-16,0 9 0 0,2 8 0 0,4 10 192 15,7 8 0-15,0 4 0 0,-3 3 0 0,-5-3 368 16,-6-3 112-16,6 5 32 0,4 6 0 0,7 13-208 16,5 14-48-16,4-8 0 0,6-11 0 0,0 4 320 15,0 6 48-15,2 4 16 0,0 3 0 0,1-9-64 16,5-10 0-16,5 10 0 0,2 11 0 0,5-3-448 16,3-5-128-16,2-10 0 0,5-10 0 0,4 6 0 15,4 9 0-15,3-2 0 0,5-4 0 0,2-9 0 31,1-9-192-31,2-6 64 0,2-4 0 0,-2-1-832 0,-2 1-144 16,4 1-48-16,1 0 0 0,9 2-1424 0,9 1-304 0,12-5-48 0,7-6-16 16,-9-11-1680-16,-11-11-352 0,3-7-64 0,5-4 688 0</inkml:trace>
  <inkml:trace contextRef="#ctx0" brushRef="#br0" timeOffset="9652.54">9585 6935 17407 0,'0'0'0'0,"0"0"0"0,0 0 0 0,0 0 560 15,0 0 112-15,0 0 32 0,0 0 0 0,10-2-464 16,3 1-96-16,0 0-16 0,3 1 0 0,3-1 0 16,4-2 0-16,8 0 0 0,7-1 0 0,12 0 464 15,11 1 96-15,-2 0 16 0,0 1 0 0,6-1-112 16,6-2-16-16,11 2 0 0,10 1 0 0,0 1-192 16,0 0-64-16,8 3 0 0,8 3 0 0,-1-2-192 15,-4-2-128-15,4 2 128 0,1 2-128 0,4 1 384 16,2-1 0-16,-5 3 0 0,-7 4 0 0,4-2 96 15,9-2 32-15,-12 5 0 0,-11 4 0 0,0-2-256 0,5-3-64 16,-7 2 0-16,-6 1 0 0,-10-1-192 0,-12-2 0 0,-3-3 0 0,-2-1 0 0,-4-2 144 16,-5-2-16-1,-11 0 0-15,-9-1 0 0,-8-2 0 0,-7-2 0 16,-13 1 0-16,0 0 0 0,-8-9-352 16,-15-4-80-16,-10-1-16 15,-15-3 0-15,-4 2-256 0,-1 0-48 16,-16 0-16-16,-19-1 0 0,-2 3 160 0,-2 4 32 0,-13 0 0 0,-10-1 0 0,3 3 256 0,6 3 48 0,-9 4 16 0,-10 2 0 0,4 0 128 15,7-2 0-15,0 5 128 0,4 5-128 0,-3-1 128 16,-4-2-128-16,9 4 128 0,6 5-128 0,-1 0 480 16,-2-3 32-16,8 3 0 0,8 2 0 15,9 1 96-15,8-1 32 0,-1 0 0 0,-3 0 0 0,9-1 256 16,9-2 48-16,12-2 16 0,12-1 0 0,4-1-464 16,9-1-96-16,4 0-16 0,4-2 0 0,5-2-384 15,8-6 0-15,0 0 0 0,3 8 0 0,5-1 0 16,6 0 0-16,10 0 0 0,9-1 0 15,18-2 0-15,16-2 0 0,1 1 0 0,-1 1 0 0,13-2 336 16,13-2-16-16,1 2 0 0,-2 2 0 0,12-1-320 16,10-1 0-16,-6 1 0 0,-11 0-128 0,13 0 128 15,15-1 0-15,-12-1 0 0,-13 0 0 0,10 0 0 16,11 0 176-16,-9 0-48 0,-12-2 0 0,4 2 208 16,8 1 48-16,-15 0 0 0,-15-2 0 0,2 0-384 15,8-1 0-15,-15 3 0 0,-13 2 0 0,-11-1 0 16,-12-3 0-16,-5 0 0 0,-9 0-128 0,-4-1 128 15,-6 0 0-15,-6 1 128 0,-4 1-128 0,-7-1 0 16,0 0 0-16,0 0 0 0,-15 0-128 0,-6-1 0 31,-5-1 0-31,-11-1 0 0,-11-2 0 0,-16 0-320 0,-17 0-48 16,2 0-16-16,7-1 0 0,-18 0 320 0,-19-1 48 0,3 0 16 0,9 1 0 0,-13-1 128 0,-13 0-128 16,-5 1 128-16,3 1-128 0,-1 0 128 0,3 0 0 15,-8 1 0-15,-9 0 0 0,5 3 0 0,6 1-128 0,10 0 128 16,10 0-128-16,4 2 128 0,3 3 176 0,6 0-48 0,9-1 0 0,13 1-128 15,10 1 0-15,0 0 0 0,-2-1 0 0,4 0 0 16,1-1-272-16,12 1 64 16,9 0 16-16,7 0 192 15,8-1 0-15,5 1 0 0,7-1 0 16,3 1-1072-16,10-5-160 0,-3 8-48 0,6 1 0 0,4 2-1840 16,6 1-368-16,5 3-80 0,10 2-16 0,2-2-400 0,3-3-96 15,-5-2-16-15,-2-2 0 0</inkml:trace>
  <inkml:trace contextRef="#ctx0" brushRef="#br0" timeOffset="17371.9">12502 5978 17151 0,'6'-1'1632'15,"1"0"-480"-15,1 0-112 0,2 0-112 0,0 0-32 0,3 0 0 0,3-1 0 0,4-1-448 16,3 0-112-16,3-1-16 0,2-2 0 0,2-1-320 16,3-1 0-16,-4-1 0 0,-1-2 0 0,-2 0 0 15,-3-1 0-15,-3 0 0 0,-3-1 0 0,-3 1-192 16,0 0-96 0,-3-1-32-16,-3 1 0 0,1 1-192 0,-3 0-64 15,-1 1 0-15,0 0 0 0,-2 1-608 0,0 0-128 0,-2 1-32 0,-2 1 0 16,-2 0-512-16,0 0-96 0,-2 1-32 0,-2-1 0 0,-1 0 576 15,-2 0 96-15,-1 1 32 0,-1 0 0 0,1 0 1024 16,-1 0 256-16,-1 0 0 0,2 0 0 0,-1 0 352 16,2-1 128-16,-1 1 32 0,1 0 0 15,0 0 768-15,2 0 144 0,1 1 48 0,2 1 0 0,5 4 96 16,-3-4 32-16,3 4 0 0,0 0 0 0,0 0-256 16,0 0-64-16,0 0 0 0,3 4 0 0,2 2-400 15,0 2-96-15,2 2-16 0,-1 2 0 0,1 2-400 16,1 1-96-16,0 3-16 0,-1 2 0 0,-2 3 0 15,2 2 0-15,-1-1 0 0,-1-1 0 0,0 1-256 16,-2-3 0-16,2-3 0 0,-2-3 0 0,-1-4-192 16,1-3-112-16,-1-3-16 0,-2-5 0 0,0 0-1280 15,0 0-256-15,3-8-48 0,2-4-16 0,3-4-1024 16,-1-4-192-16,3 0-64 0,-2-1-1472 0</inkml:trace>
  <inkml:trace contextRef="#ctx0" brushRef="#br0" timeOffset="17836.34">13275 5679 16895 0,'10'6'608'0,"-1"-1"-176"0,3-2-48 0,-1-2 112 16,1-1 16-16,1-2 0 0,4-1 0 0,-1-2-160 15,4-1-32-15,-1-2 0 0,4-1 0 0,0-2 464 16,0-1 96-16,0-3 16 0,0-2 0 0,0-2-576 16,-3-2-96-16,0 0-32 0,-4-1 0 0,-3 1-48 15,-1-1-16-15,-4 3 0 0,0 1 0 0,-3 2-128 16,-2 2 128-16,-3 2-128 0,0 2 128 0,-3 1 0 16,-2 1 0-16,-3 2 0 0,1 2 0 0,-4 2-128 15,-1 2 128-15,-1 4-128 0,0 5 128 0,-3 4-128 16,-1 4 0-16,2 5 0 0,-1 5 0 0,0 4 0 15,1 4 128-15,2-2-128 0,3-3 128 0,3-2 208 16,1 20 432-16,9-26-384 0,5-2 400 0,5-1 96 16,2 0 16-16,6-1 0 0,2 1 48 0,2-1 16 15,1-2 0-15,-1-3 0 0,0-3-208 0,-2-2-48 16,-2-4 0-16,0-4 0 0,0-4-512 0,0-4-192 0,-1 0 144 0,0-2-144 0,0-1-176 31,1-1-112-31,-3 0-32 0,0 0 0 0,-2 0-816 16,-1 1-160-16,-3 1-48 0,-2 0 0 0,-2 2-768 31,-2 0-144-31,-2 2-48 0,-11 6-8704 0</inkml:trace>
  <inkml:trace contextRef="#ctx0" brushRef="#br0" timeOffset="20026.86">13951 8892 11263 0,'0'0'0'0,"0"0"0"0,0 0 0 0,0 0 608 0,0 0 128 0,0 0 32 0,0 0 0 0,-10-2-256 15,3-2-64-15,7 4 0 0,-9-1 0 0,9 1 0 16,-9-1 0-16,9 1 0 0,0 0 0 0,0 0-256 16,0 0-48-16,0 0-16 0,0 0 0 0,0 0-128 15,0 0-176-15,8 3 48 0,1 0 0 0,5 0 128 16,5 0 0-16,0 2 128 0,4 2-128 15,0 3 176-15,3 0-48 0,-1 2 0 16,3 2 0-16,2 0 208 0,4 0 48 0,10 6 0 16,9 5 0-16,5 5-64 0,2 5 0 0,-6-2 0 0,-5-3 0 0,9-1 64 15,7-2 0-15,3-5 0 0,-1-5 0 0,-6-2-112 16,-7-2-16-16,0-3 0 0,8-3 0 0,5-1 416 16,7-2 80-16,-6-2 16 0,-8-1 0 0,3-3-416 15,2-3-80-15,4-1-16 0,4-1 0 0,-7-3 64 16,-10-4 0-16,-3-4 0 0,-4-4 0 15,5-7-320-15,5-7 160 0,-3-1-160 0,-5-1 128 0,-7 4 0 16,-7 2 0-16,-8 2 0 0,-3 0 0 0,-4-2 64 16,-6-3 0-16,-3-5 0 0,-1-7 0 0,-4-4-64 15,-1-2 0-15,-2 6 0 0,-2 6 0 0,-6 3 64 16,-6 0 0-16,-2-3 0 0,-2-4 0 0,-5-5 96 16,-4-6 32-16,-9 3 0 0,-7 5 0 0,-11 7-320 15,-7 6-256-15,2 3 64 0,5 2 0 0,-1-1 192 16,1 0 160-16,-8-1-32 0,-11-1 0 0,-2 3 0 0,1 3 0 0,5 4 0 0,5 4 0 15,-12 4-128-15,-14 5 0 0,5 7 0 0,7 7-176 0,-2 2 176 16,-7 0 0 0,0 5 128-16,-3 6-128 0,6 3 224 0,10 3-32 0,-5 2 0 0,-10 0 0 0,6 0-192 15,9-1 144 1,8-1-144-16,7-2 128 0,0-1-128 0,-2 0 128 16,5 1-128-16,2 2 128 0,8 8 208 15,6 7 48-15,9 4 0 0,6 4 0 0,7-3-112 0,5-3-16 0,6-3 0 0,7-5 0 0,8-1 112 16,7-2 16-16,8 6 0 0,7 5 0 0,6 7-160 15,5 5-32-15,-2-5 0 0,-5-6 0 16,3-4-400 0,0-3-96-16,9-5-16 0,10-3 0 0,0-1-512 15,0 2-96-15,-5 2-32 0,-6 1 0 16,2 1 64-16,9 1 0 0,1 0 0 0,4-2 0 0,-9-3-368 16,-6-5-64-16,-3-1-16 0,-4-1 0 0,5-5-1984 15,8-4-416-15,-9-7-80 0,-10-7-2672 0</inkml:trace>
  <inkml:trace contextRef="#ctx0" brushRef="#br0" timeOffset="47408.95">16181 10081 22271 0,'0'0'0'16,"0"0"0"-16,-2-7 0 0,2 7 1072 0,-3-8 208 0,1 1 64 0,2 7 0 0,-3-7-720 15,3 7-144-15,0 0-32 0,0 0 0 0,0 0-48 16,0 0-16-16,0 0 0 0,0 0 0 0,-3 9-384 16,-1 4 0-16,0 4 0 0,0 5 0 0,-1 7 0 15,-3 4 0-15,2 10 0 0,-1 10 0 0,0 4 192 16,-1 0-64-16,0-4 0 0,1-7 0 0,-1 0-128 16,2 0-272-16,-1 7 64 0,2 7 16 0,0-3 192 15,0-4-144-15,2-9 144 0,3-9-128 0,2-3 256 16,1-3 48-16,0 0 16 0,2 0 0 0,0 5 48 15,3 6 16-15,-1 1 0 0,-1 0 0 0,3-2-256 16,0-2-160-16,0-4 32 0,0-4 0 0,1-1 128 16,0-2 0-16,3-1 0 0,1-3 0 0,3 2 176 15,1 2 64-15,2 1 16 0,1 0 0 0,5 0 96 16,2-2 32-16,0-3 0 0,3-5 0 0,2-4 352 0,-2-6 80 16,-1-4 16-16,0-5 0 0,1-4-208 15,3-3-48-15,7-5 0 0,9-5 0 0,2-2-48 0,6-1-16 0,-9 2 0 0,-9 1 0 0,-2 0-144 16,-2-1-48-16,2 2 0 0,0 2 0 0,1 1-144 15,2 0-48 1,-5 0 0-16,-3 3 0 0,-5 0 0 0,-3 1 0 0,-6 0 0 0,-4 0 0 0,-2-3-128 16,-1-5 128-1,-4-6-128-15,0-6 128 0,0-6-128 16,-1-7-176 0,0 1 48-16,1 2 0 0,-2 0-320 0,-1 0-48 0,2-7-16 0,1-10 0 0,2-7 208 15,-2-6 48-15,2 9 0 0,2 10 0 0,2-1 256 0,1-2-160 0,3-8 160 0,3-9-128 0,-3 8-64 16,3 10 0-16,-3 9 0 0,-3 7 0 0,-3 0 64 15,-2 0 0-15,-6-3 0 0,-2-3 0 0,-4 0 128 32,-2-1 0-32,-3 7 0 0,-3 8 0 0,-5 6-752 15,-4 4-112-15,-4 5-32 0,-3 3 0 0,1 1 896 0,-3 2 0 0,-1 2 0 0,-4 2 0 0,-10 2 192 16,-11 1 0-16,-5 1 0 0,0 1 0 0,5 0 96 16,8 1 32-16,1-1 0 0,3-2 0 0,-6 1 144 15,-7 1 48-15,-1 0 0 0,3 0 0 0,6 1-320 16,6 0-48-16,5 1-16 0,4 0 0 0,4 0-128 15,0-2-176-15,-1 1 48 0,1 1 0 0,-1 0-64 32,2 0 0-32,1 0 0 0,1 0 0 0,2 0-704 15,2 0-160-15,1 0-32 0,5-1 0 0,2 1-512 32,3 0-96-32,10-2-32 0,-9 13 0 0,5-1-1024 15,3-1-192-15,-1-2-64 0,2-9-5248 0</inkml:trace>
  <inkml:trace contextRef="#ctx0" brushRef="#br0" timeOffset="51053.42">12002 11755 29439 0,'0'0'0'0,"8"-2"0"0,2 1 0 0,1 0 144 16,2-1 48-16,-3 0 0 0,2 1 0 0,-1-2-192 15,4-2-272-15,-2-1 64 0,3 0 16 0,1 2-64 16,4 1 0-16,4-1 0 0,4-1 0 0,9 0 512 16,6 0 112-16,2-3 16 0,2-2 0 0,1 2 256 15,7 1 48-15,16-1 16 0,21-2 0 0,-1 0-416 16,-3 0-80-16,18-2-16 0,18-1 0 0,7 1-192 16,6 1 0-16,-5 0 0 0,-3 0-160 0,12 2 160 15,11 1 0-15,6 1 128 0,5 0-128 0,7-1 432 16,4 0 16-16,-4-1 0 0,-5 0 0 0,-2 1-448 15,-5 1 0-15,-5 2 0 0,-6 2 0 0,4 1 0 16,4 0 0-16,-15-2 192 0,-19-1-64 0,-4 1 0 0,-7 3 0 16,-19-3 0-16,-19-2 0 0,-6-1-128 0,-3 0 0 0,-15 1 0 0,-11 1 0 15,-12 1 592 1,-8 0 96-16,-10-1 16 0,-8 5 0 0,-16-9-576 0,-13-2-128 16,-12-1 0-16,-9-4 0 0,-12 2-224 0,-12 0-80 0,-15-2-16 0,-16-1 0 15,-13 2 0-15,-13 3 0 16,1 1 0-16,5-1 0 0,-11 1 320 0,-13 0-160 0,-7 2 160 0,-5 2-128 0,-8 3 352 15,-6 2 80-15,9 2 16 0,5 3 0 0,5 1 144 16,1 1 48-16,2 1 0 0,4-1 0 0,-7 2 48 16,-6 0 16-16,7 1 0 0,9 0 0 0,13-1-208 15,9-1-48-15,-2-1 0 0,-8-2 0 0,20 0-144 16,17 1-48-16,-3-1 0 0,-5-1 0 0,18-1-128 16,16-1 0-16,9 1 0 0,9 1-176 0,4 0 176 15,3-1-128-15,8 0 128 0,7 0-128 0,11 0-64 31,6 0 0-31,5-1 0 0,9 0 0 0,7 2-560 16,13 2-112-16,12 1-32 0,10 0 0 0,8 0 112 0,8 1 16 0,22-1 0 0,22-2 0 0,7 0 960 16,2 0 208-16,5 1 48 0,6-1 0 0,14 1-448 15,12 1 0-15,1 0 0 0,-8 0 0 0,0 1 496 16,1 0 16-16,3 3 0 0,6 2 0 0,2-1-112 16,3 0-16-16,-13 0 0 0,-14 1 0 0,-1 4-256 15,0 5-128-15,-5-2 128 0,-3-3-128 0,-15 0 336 16,-12 0-16-16,-12-2 0 0,-14-2 0 0,-3-3-96 15,-3-2-32-15,-9-3 0 0,-9-3 0 0,-13-1 64 16,-8-1 0-16,-9-2 0 0,-5-3 0 0,-9-4 256 31,-11-5 48-31,-13-5 16 0,-12-4 0 0,-10 2-1184 0,-7 2-224 0,-7 0-64 0,-5-1 0 0,-18 2 512 0,-122-15-144 0,99 21 272 0,-4 0 96 16,-4 0 32-16,-10 3 0 0,-8 1 0 0,5 3 128 16,7 1 0-16,-4 1 0 15,-5 0 0-15,-6 4 0 0,-6 4 0 0,14 2 0 16,14-1 0-16,-9 0 0 0,-8-1-128 0,5 3 128 15,14 1-128-15,4 0 128 0,3-2 0 16,8 0 128-16,8 0-128 0,0 0 0 0,-3 0 0 0,14-1 0 0,16-1-128 0,8 1 128 16,1-1 0-16,5 0 128 0,1 0-128 0,4-1 0 15,5 0-240-15,4 0 48 0,7 0 0 0,5 0 0 16,7-1 0-16,2 1 0 0,5-1 0 0,8-1-112 16,0 0-16-16,0 0 0 0,0 0 0 0,0 0-48 15,0 0-16-15,0 0 0 0,3 8 0 0,2-2 64 16,2-1 0-16,4 0 0 15,1 0 0-15,1 0 48 0,3 0 16 0,0 0 0 0,-1-1 0 0,3 0 256 16,0 1 0-16,0 0 0 0,0-1 0 0,-3 1-256 16,2-1 0-16,-3 1 0 0,-1 0 0 0,-3 0 96 15,2 0 32-15,-2 0 0 0,-1 0 0 0,0 1-64 16,-1 0 0-16,2 0 0 0,0-1 0 0,1 0 192 16,2 0 0-16,5 0 128 0,5 0-128 0,13 0-128 15,14-1-112-15,7 1-16 0,7-1 0 0,0-1 64 16,1-1 0-16,14 0 0 0,20-1 0 0,-6 0-160 15,-4-1-32-15,13 1 0 0,16-1 0 0,-2-1 64 0,-7-3 0 16,2 1 0-16,4 0 0 0,5-2 512 16,4-4 96-16,-7 0 32 0,-12 1 0 0,12-1 96 15,12-1 32-15,-13 0 0 0,-15 1 0 0,7 1 304 16,12 1 64-16,-13-1 16 0,-15-1 0 0,7 0 96 0,8 1 32 16,-15 0 0-16,-18-1 0 0,1-1-576 0,7-2-96 0,-8-2-32 0,-5 1 0 15,-12-3 0-15,-11-3 0 0,-10-3 0 0,-5-3 0 16,-1-7-48-16,-4-7-16 0,-1-2 0 15,-4-1 0-15,-3 4-192 0,-3 5 0 0,-5 3 0 0,-3 1 0 0,-4-3 0 32,-2-5-160-17,-6-10 32-15,-6-12 0 0,-2 0-720 0,-4 4-144 0,-1 7-32 0,-1 7 0 0,-1 1 832 16,0-2 192-16,-3-4 0 16,2-4 0-16,-9-3-448 0,-6-2-64 0,-6 8 0 0,-6 9 0 0,-1 4 368 0,2 3 144 0,4 0-128 0,5 0 128 0,0-2-128 15,-1-3 128-15,-7-4-128 0,-7-3 128 0,-4 4 176 16,-4 5 112-16,5 4 32 0,9 5 0 0,-7 3 256 15,-7 2 48-15,-4 2 16 0,-8 0 0 0,4 3-464 16,10 2-176-16,-6 2 128 0,-4 2-128 0,-7-2 496 16,-7-3 16-16,9 2 0 0,8 1 0 0,-11 0-208 15,-16 0-48-15,5 0 0 0,8-1 0 0,-5 2-256 16,-10 1 160-16,3 1-160 0,3 0 128 0,-1 1-128 16,-4 1 128-16,-2 2-128 0,-1 1 128 0,7 3 0 15,6 2 0-15,-3 2 0 0,-7 2 0 0,11 3-128 16,12 2 128-16,-6 3-128 0,-6 3 128 15,1-2-128-15,1-2 0 0,12 1 0 0,8 1 0 0,-4 0 0 16,-9 0 0-16,3 2 0 0,8 3-176 0,7 2 48 16,7 2 0-16,-2 8 0 0,-2 8 0 0,-3 8 256 15,-6 7 48-15,8-6 16 0,6-8 0 0,5 1-192 16,9 1-176-16,1 7 48 0,7 5 0 0,1 8 128 0,5 6 176 0,0-8-48 16,2-11 0-16,6 5-128 0,6 6 128 15,4 9-128-15,7 7 128 0,3-7 64 0,7-12 0 0,3-1 0 0,6 0 0 0,-1 9 96 16,5 10 32-16,10-8 0 0,13-12 0 0,11-5-64 15,12-5 0 1,-4 4 0-16,-7 4 0 0,17 3-96 0,21 1-32 0,-7-9 0 16,-12-11 0-16,15-6-128 0,22-5 128 0,-9-5-128 0,-12-6 128 15,13 1-304-15,12 1-64 0,-3-3-16 0,-6-4 0 0,0 1 0 32,2 1 0-32,4-2 0 15,7-5 0-15,-14 0-816 16,-11 0-160-16,8-2-48 0,144-6-15248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2:52:56.3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5709 9479 17151 0,'0'0'0'0,"0"0"0"0,0 0 0 0,0 0 448 0,0 0 112 0,0 0 16 0,-8 0 0 0,8 0-576 16,0 0 0-16,-8 1 0 0,8-1 0 0,0 0 0 15,0 0 0-15,0 0 0 0,-7 3 0 0,7-3 0 16,0 0 0-16,-3 7 0 0,3-7 0 0,-3 9 512 16,1 0 0-16,2-1 0 0,0-1 0 0,4 2-192 15,2-1-64-15,4 0 0 0,6 0 0 0,7 0 368 16,12-2 64-16,8-1 16 0,7-2 0 0,3-3-416 15,0-2-80-15,6-2-16 0,6-2 0 16,11-2-192-16,12-2 144 0,-4-1-144 0,-7-3 128 0,8 3 112 16,14 0 16-16,-12 3 0 0,-12 2 0 0,4-2-256 15,6-3 0-15,-3 4 0 0,-5 4 0 0,-8 0 0 16,-10-2 0-16,-1 1 0 0,-1 1 0 0,-4 2 0 16,-2 1 0-16,-10 2 0 0,-9 1 0 0,-9 0 0 15,-8 0-160-15,-8 1 32 0,-7-4 0 0,-12 6 304 16,-9 1 64-16,-16 1 16 0,-11 0 0 0,-5 3 192 15,1 1 64-15,-11-1 0 0,-9-1 0 0,-12 1-112 0,-6 1-16 16,-4 1 0-16,-2 0 0 0,-2 0 208 0,-6-1 48 0,2 1 0 16,2 1 0-16,-2 0 192 0,1-1 64 0,7-1 0 0,8-2 0 0,-2 0-768 15,-4 0-128 1,15-1 0-16,17-2-128 0,5-2 304 0,2-1 64 0,5 0 16 0,5-1 0 0,6 0-64 16,7-2 0-16,10 0 0 0,7 0 0 0,13-1-192 15,0 0 0-15,10 0 0 0,13 0-160 16,10 0 480-16,10 0 112 15,8 0 16-15,7-2 0 0,19 0-448 0,17 0 0 0,-4 1 0 0,-8 1 0 0,10 1-224 32,13 1-128-32,-10-1-32 0,-13-1 0 15,-1 0-400-15,2-1-96 0,-5-1-16 16,-8-1 0-16,-11 3 0 16,-11 3 0-16,-9 1 0 0,-9-1 0 0,-9-2-304 0,-3-2-64 0,-7 1-16 0,-4 2 0 0,-7-2-2048 15,0 0-400-15,-22-7-96 0,-15-17-3088 0</inkml:trace>
  <inkml:trace contextRef="#ctx0" brushRef="#br0" timeOffset="2630.11">9478 8497 4607 0,'0'0'0'0,"0"0"0"0,0 0 0 0,0 0 0 15,0 0 192-15,0 0-48 0,0 0-16 0,0 0 368 16,0 0 64-16,0 0 16 0,0 0 0 0,0 0 304 16,5 6 64-16,0-2 16 0,3-1 0 0,2-1-160 15,2 0-32-15,1 0 0 0,1-1 0 0,1-1-400 16,0 0-96-16,1 0-16 0,-1-2 0 0,0 2 160 16,3 2 32-16,0-1 0 0,2-2 0 0,1 1-112 15,2 0-16-15,7 0 0 0,3 0 0 0,6 0 160 16,5 0 32-16,-1 1 0 0,-2 0 0 0,1 1-256 15,-4 0-64-15,-2 0 0 0,0-1 0 0,2-2-192 16,6-1 144-16,2 0-144 0,2 0 128 0,-2 0-128 16,-2-1 128-16,-4-2-128 0,-4-1 128 0,0 0 208 0,3 1 48 0,4 1 0 15,6 1 0-15,-2-1 48 0,3-1 16 0,-6 0 0 16,-5 0 0-16,-6 0-208 0,-3 0-48 16,-4 0 0-16,-3-1 0 0,2-1-192 0,-1-1 0 0,3-1 0 15,-1-3-160-15,0-1 160 16,0-1 0-16,-3-1 128 0,-3-1-128 0,-2-1 176 0,-1-1-48 0,-4 0 0 0,-3-1 0 0,-4 1-128 15,1 1 0-15,-6 1 0 0,-1 1 0 0,-3 2 0 16,-2 0 128-16,-3 1-128 0,-2 1 128 0,0 0-128 16,-3 0 0-16,-2 1 0 0,-1 0 0 0,-1 0 128 15,-4-1 0-15,1 0 0 0,1 0 0 0,-3 0-128 16,3-1 128-16,-1-1-128 0,4-1 128 0,-3 1-128 16,-2 1 0-16,0-1 0 0,1 0-176 0,-5-1 176 15,-4 0 0-15,-4 0 0 0,0 0 0 0,-1 1 0 16,-4 1 0-16,3 2 128 0,3 2-128 0,1 1 0 15,3 1 0-15,2 0 0 0,1-2-128 0,-1 0 128 16,-4-2 176-16,-1 1-48 0,-3 1 0 0,-1 1-128 16,-3 1 0-16,4 3 0 0,-1 1 0 0,4 1 0 15,5 1 0-15,0 0 0 0,1 0 0 0,2 0 0 16,2-1 0-16,-1 0 0 0,-1-1 0 0,0 1 0 16,-4 0 0-16,2 1 0 0,2 0-176 0,-3 2 176 15,2 1 0-15,-1 1 0 0,0 1 0 0,2 1 0 16,0 1-128-16,4 1 128 0,2 1-128 0,1 1 128 15,1 1 0-15,2 0 0 0,0-1 0 0,1-1 0 16,4 0 0-16,0 1 0 0,1 0 0 0,2 2-128 16,-1 1 0-16,1 1 0 0,1 0 0 0,1 1 128 0,1 1 0 0,-1-1 0 15,3-1 0-15,-3 0 0 0,1 0 0 16,1 1 0-16,-1-1 0 0,0-1 0 0,1-2 0 16,-1-1 0-16,2 0 0 0,-2-1 0 0,-1-1-128 0,2 0 128 0,1-8-128 0,0 10 128 15,0-1 0-15,0-1 128 0,0-8-128 0,0 10 0 16,1-1 0-1,-1 0 0-15,2-1 0 0,-1 1 0 0,-1 1 0 0,2 1 0 16,-2-1 0-16,3 1 0 0,-1 1 0 0,1 0 0 0,-1-1 0 0,1 0 0 16,2 0-128-16,-2-1 0 0,2-1 0 0,0 0 128 31,-3 0 0-31,1 0 0 16,1-2 0-16,-1 2-1776 0,0 0-320 0,2 2-64 0,0 1-16 0,1-1-656 15,-1-2-144-15,-5-9-32 0,0 0-944 0</inkml:trace>
  <inkml:trace contextRef="#ctx0" brushRef="#br0" timeOffset="17332.71">5035 8988 21247 0,'0'0'0'0,"0"0"0"0,-7-3 0 0,7 3 0 0,-9-4-208 0,-1 1 64 16,4 1 16-16,-4 1-208 16,2 0-48-16,-2 0 0 0,2 1 0 0,-2 1 384 0,0 0 0 0,0 2 0 0,4 0 0 0,-1 1 0 15,0 0 240-15,7-4-48 0,-4 10 0 0,2 1-192 16,0 0 0-16,6 4 0 0,2 2 0 16,4 4 0-16,1 2-160 0,7 2 32 0,2 2 0 0,5 1 128 15,4 0 0-15,0-2 0 0,4-3 0 0,-2 0 0 16,2 1 0-16,-3 2 0 15,-2 2 0-15,3 3 128 0,5 2 48 0,10 7 16 0,10 6 0 0,3-2 192 16,3-3 64-16,-6-5 0 0,-5-4 0 16,9-4-448-16,9-4 0 0,2-2 0 0,1-3 0 15,-4-5 384-15,-8-4 0 0,8-2 0 0,6-3 0 0,1 0 320 16,3-1 48-16,-5-4 16 0,-6-4 0 0,10-1-368 16,15-1-64-16,-7 0-16 0,-12-1 0 0,5-3-48 15,7-4-16-15,-1-1 0 0,-2-1 0 0,-10-3-256 16,-7-3 0-16,3-6 0 0,6-6-144 0,-5-5 144 15,-2-4 0-15,-13 3 0 0,-8 3 0 16,-3 0 128-16,-2 0 48 0,3 0 16 0,1-1 0 0,1-12 48 16,1-14 16-16,-6 3 0 0,-3 5 0 0,-7 2-256 15,-6 1 0-15,-2-1 0 0,-5-3 0 0,-5-2 0 16,-3-4-256-16,-5 8 48 0,-5 9 16 0,-3 3 192 16,-6 2 0-16,-4-1 0 0,-6-1 0 0,-13-7 464 15,-9-8 144-15,-13 4 32 0,-7 5 0 0,1 8-464 16,2 7-176-16,-8 3 128 0,-8 1-128 0,-8-1 192 15,-4-1-64-15,5 0 0 0,3-1 0 0,-11 0-128 0,-10 0 0 0,9 3 0 0,8 3-176 0,-11 5 176 16,-12 4-128 0,11 5 128-16,12 4-128 0,-10 3 0 0,-10 2 0 0,6 6 0 15,14 5 0-15,-5 3 128 0,-7 2 176 16,2 8-48-16,5 8 0 0,5 5-128 0,5 4 0 16,-3 0 0-16,-82 31 0 0,98-33 0 0,4 0 0 0,1-1 0 15,-1 16 240-15,-5 16 16 16,6-1 0-16,11-5 0 0,7-5-256 0,6-5 144 0,6 7-144 0,4 8 128 0,5 3 64 15,2 2 0-15,3-6 0 0,7-9 0 0,2 6 0 16,2 4 0-16,6 3 0 0,3 3 0 0,5-7-192 16,1-8 0-16,4-2 0 0,3-1 0 0,5 8 192 15,8 9 0-15,9-8 0 0,9-10 0 16,8-6-64-16,2-6 0 0,-3-4 0 0,-4-4 0 0,11 1 64 16,12 0 0-16,4 1 0 0,-2-1 0 0,1-2-192 15,-2-3 0-15,9-6 0 0,7-5 0 0,-8-4-176 31,-7-2-64-31,7-4-16 0,11-2 0 0,-5-4-656 16,-11-3-144-16,0 0-32 0,3-1 0 0,0-2-448 31,3-1-112-31,-11-1-16 0,46-21-9472 0</inkml:trace>
  <inkml:trace contextRef="#ctx0" brushRef="#br0" timeOffset="21290.12">9853 10333 8447 0,'-46'-14'0'0,"16"6"0"0,2 0 0 0,-3-3 0 16,1-3-208-16,-1-1 64 0,0-1 16 0,1 0 0 15,2 1 0-15,1 1 0 0,2 0 0 0,5-2 256 0,5-2 48 0,2-3 16 16,3-2 0-16,5-2 608 16,1-3 128-16,2-2 32 0,2-3 0 0,3 0 256 15,2 0 48-15,0 4 16 0,0 4 0 0,3 3-512 0,-1 2-112 16,1 3-16-16,0 2 0 0,2 1-144 0,3 0-48 15,2 1 0-15,1 0 0 0,2-1-304 0,5 0-144 0,5-2 128 0,5-2-128 0,13-1 0 16,15 0 0-16,11-1 0 16,10 0 0-16,8-1 0 0,5-1 0 0,4 4 192 0,1 4-64 15,5-1-128-15,5-4 0 0,-2 6 0 16,-3 7 0-16,-3-2 0 0,-4-4 0 0,-11 4 0 0,-9 4-176 0,-18 2 176 16,-17 1-128-16,-12 0 128 0,-7-1-128 0,-11 1 256 31,-6 0 48-31,-7 1 16 0,0 0 0 0,-11 1-512 15,-11-2-112-15,-18 0-16 0,-18 1 0 0,-11 3 208 0,-8 3 48 0,-15-3 0 0,-11-5 0 16,-4 3 192-16,2 2 0 0,-5 0 0 16,-6 0 160-16,9-1-160 0,15-2-176 0,5-1 48 0,5-2 0 0,9 1 448 15,13 1 112-15,13 0 16 0,12-2 0 0,11 0-112 16,7-2-16-16,4 1 0 0,5 0 0 0,8 4 256 16,2-9 64-16,4 1 0 0,7-1 0 0,12 0-320 15,14-1-48-15,12 2-16 0,12 1 0 0,4 0-256 16,3 0-144-16,10 1 16 0,9 0 0 0,-3 1 128 15,-8 2 176-15,-4 2-48 0,-3 0 0 0,-4 3-128 16,-3 1 0-16,-13 3 0 0,-10 0 0 0,-10 2 0 16,-7 2-176-16,-9 1 48 0,-5 0 0 0,-10 2-160 15,-10 1-32-15,-18 4 0 0,-16 4 0 0,-17 7 64 16,-11 5 0-16,-18 4 0 0,-8-1 0 0,-9 2 256 16,-6 1 0-16,-9-3 0 0,-9-4 144 0,10 1-144 15,11 2-176-15,3 8 48 0,4 9 0 0,14 1 128 31,17-2-128-31,13-5 128 0,8-7-128 0,9-3-976 0,5-5-192 0,6 3-48 0,8 2-6416 0</inkml:trace>
  <inkml:trace contextRef="#ctx0" brushRef="#br0" timeOffset="23324.91">10409 9820 11007 0,'16'41'0'0,"-11"-15"0"0,-7-1 0 0</inkml:trace>
  <inkml:trace contextRef="#ctx0" brushRef="#br0" timeOffset="28064.49">11949 8258 23551 0,'18'-8'1632'0,"0"0"-480"0,0 0-112 0,0 0-624 0,-3 1-128 0,1 0-32 0,-1 0 0 0,-2 0-256 16,1-1 0-16,-3 1 0 0,1 1 0 0,-3 0 0 16,1 0-144-16,-2 2 16 0,1 0 0 0,-3 1 128 31,1 1 176-31,-2 1-48 0,-5 1 0 0,0 0-656 15,0 0-144-15,0 0-32 0,0 0 0 0,0 0-448 16,0 0-112-16,0 0-16 0,0 0 0 0,0 0-256 16,0 0-48-16,-2 6-16 0,2-6-5088 0</inkml:trace>
  <inkml:trace contextRef="#ctx0" brushRef="#br0" timeOffset="28276.32">12123 8136 23295 0,'3'8'1328'0,"-1"4"-400"0,1 4-80 0,-1 4-528 15,1 3-96-15,-3 4-32 0,2 4 0 0,-2 4-48 16,0 2-16-16,-2-3 0 0,2-3 0 0,-3-4-128 16,1-3 128-16,1-3-128 0,-1-4 128 15,2-3-1376 1,0-2-288-16,0-4-48 0,18-21-8080 0</inkml:trace>
  <inkml:trace contextRef="#ctx0" brushRef="#br0" timeOffset="28714.19">12553 8115 27903 0,'8'2'-320'0,"2"-1"112"0,3-1 16 0,2-1-464 16,3-1-96-16,2-2-16 0,4-2 0 0,2-2-256 0,2-1-48 0,0-3-16 0,0-4 0 0,-2-3 1792 16,-3-3 368-16,0-2 64 0,-3-1 16 0,-2-2-256 15,-1-2-64-15,-3 2 0 0,-2 2 0 0,-1 2-448 16,-1 3-112-16,-3 2-16 0,-1 3 0 0,-2 3 0 15,-3 2 0-15,-1 3 0 0,0 7 0 0,0 0-448 16,-6-2-112-16,-2 4-16 0,-2 3 0 0,-2 3 320 16,1 3 0-16,-4 7 0 0,0 7 0 0,-1 7 0 15,-2 7 0-15,-2-1 0 0,2-2 144 16,-2-1-144-16,0-3 128 0,4 1-128 0,5-1 128 0,4 1 64 16,2-1 0-16,8 0 0 0,4 0 0 0,4 0 560 15,7 0 112-15,1-3 32 0,0-6 0 0,4-4 0 16,-1-3 0-16,1-3 0 0,0-4 0 0,1-2-576 15,-1-2-96-15,5-4-32 0,0-3 0 0,5-3-400 16,1-3-96-16,0-3-16 0,-3-2 0 0,-1-4-1472 16,-2-2-320-16,-2 1-48 15,-3 0-16-15,-2 0-816 0,-2 2-160 0,-1 3-48 16,-2 4-4656-16</inkml:trace>
  <inkml:trace contextRef="#ctx0" brushRef="#br0" timeOffset="73760.53">9398 12005 35071 0,'92'-10'608'0,"1"0"-480"0,-2-1-128 0,2 3 0 0,6 2 0 0,-17 1 0 16,-15 2 128-16,-10 1-128 0,-4 1 128 0,-11 3-320 31,-9 1-48-31,-10 0-16 16,-10 0 0-16,-13-3-768 0,-8 8-144 0,-12 2-48 0,-9 4 0 0,-12 1 880 16,-10 2 160-16,-21 0 48 0,-23 0 0 0,3 0-256 0,7-1-64 0,-14-1 0 0,-14-2 0 0,1-1 1536 15,4 0 320-15,-5 0 48 0,-5 1 16 0,-12 0-512 16,-8-1-112-16,7 2-16 0,11 2 0 0,-5 6 320 15,-9 7 48-15,2 1 16 0,5 1 0 0,10 1-416 16,9-1-80-16,-4-3-16 0,-8-3 0 0,11-5-304 31,15-4-64-31,2-3-16 0,0-3 0 0,7-4-960 16,9-6-208-16,12-2-48 0,15-1 0 0,6-2-192 16,1-1-64-16,3-2 0 0,5-3 0 0,2-3-448 15,3-5-112-15,4-8-16 0,7-7 0 0,7-4-1376 16,4-5-288-16,5 2-48 0,4 2-5488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2:54:22.4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2067 6346 21759 0,'38'-7'1216'0,"3"0"-352"0,0 0-80 0,0-1-368 16,3 0-80-16,-4 0-16 0,-4-1 0 0,-1-1-320 15,-3-1 0-15,-4 1 0 0,0 1-128 0,-5 2 256 0,0 0 48 16,-4 2 16-16,-4 1 0 0,-5 1 96 15,-3 1 32-15,-7 2 0 0,0 0 0 0,-7 0 96 0,-3 0 32 16,-3 1 0-16,-4 1 0 0,-2 1-448 0,-2 0 0 16,-4 0 0-16,-3 0 0 0,-4-1 288 0,-3-1-32 0,-1 1 0 15,-2 1 0-15,0 0 0 0,-3 1 0 0,7 1 0 16,4 0 0-16,4 0 64 0,5 1 0 0,3-1 0 16,3-1 0-16,5-1-112 0,3-1-16 0,7-2 0 15,0 0 0-15,0 0 0 0,0 0 0 0,9-2 0 0,7-1 0 0,6-2 368 16,5-1 64-16,3 1 16 0,4 1 0 0,4 1-208 15,38 0 336-15,-45 3-384 0,-3 2-256 16,-5 0-128-16,-5 1 128 0,-2 0-128 0,-4 1 0 16,-4 0 0-16,-1 0 0 0,-4 1 0 0,0 1-320 31,-3 1 48-31,-3 0 16 0,-4 0 0 0,-1 1-1280 16,-3 0-256-1,-6 0-64-15,-50 6-11328 0</inkml:trace>
  <inkml:trace contextRef="#ctx0" brushRef="#br0" timeOffset="2206.11">14100 4486 4351 0,'0'0'0'0,"0"0"0"0,-10 8-1744 0</inkml:trace>
  <inkml:trace contextRef="#ctx0" brushRef="#br0" timeOffset="2800.28">13549 4473 13055 0,'-2'-7'1728'0,"2"0"-512"0,-1 0-96 0,-1-1 128 0,2 0 32 0,0 1 0 0,0 1 0 0,0 1-320 16,0 5-48-16,0 0-16 0,0 0 0 0,0 0-304 15,0 0-64-15,3 10-16 0,-3 8 0 0,2 6 160 16,0 6 32-16,-1 8 0 0,1 8 0 0,1 8-256 16,0 6-64-16,2-3 0 0,2-4 0 0,5-4-192 15,1-3-64-15,1-5 0 0,4-5 0 0,-1-4-352 16,4-4-80-16,-3-7-16 0,0-7 0 0,0-8 320 16,-2-6 0-16,-1-7 0 0,3-8 0 0,0-7 0 15,0-6 144-15,2-1-16 0,-2 0 0 0,3 1 112 16,-1 0 16-16,-2-3 0 0,0-4 0 15,0-3-256-15,0-3 0 0,-3 2 0 0,-2 3-160 0,-3 3 160 16,0 2 0-16,-2 5 128 0,0 6-128 0,-3 6 0 16,0 4 0-16,0 6 0 0,-5 4-128 0,0 9 352 15,0 4 80-15,0 7 16 0,-2 8 0 0,-1 8 96 16,0 5 32-16,-2 0 0 0,-2-3 0 0,1-2-256 16,-1-3-64-16,-1 2 0 0,3 2 0 0,-1 3-128 15,1 1 128-15,1-3-128 0,3-5 128 0,2-5-128 16,1-5-272-1,1-4 64-15,2-4 16 0,0-5-1856 0,0-3-352 0,3-5-80 0,0-6-16 0,-1-5-1472 16,3-5-320-16,1-3-48 0,4-3-1744 0</inkml:trace>
  <inkml:trace contextRef="#ctx0" brushRef="#br0" timeOffset="3015.58">14559 4639 29439 0,'14'0'912'0,"-1"-1"-272"0,1-2-48 0,0-1-464 0,2-1-128 0,0 0 0 0,-1-1 0 0,2-1 0 31,-1 1 128-31,1 0-128 0,-3 0 128 0,1 1-672 16,-2 0-128-16,-1 2-32 0,-2 2 0 0,-2 1-1680 15,-2 2-352-15,-2 2-64 0,-3 3-16 0,-2 3-704 16,-3 3-160-16,1 2-32 0,-3 2 256 0</inkml:trace>
  <inkml:trace contextRef="#ctx0" brushRef="#br0" timeOffset="3131.81">14814 4878 23807 0,'16'6'1536'0,"1"-1"-464"0,-2-1-96 0,-1-1-208 16,-2-1-64-16,1-2 0 0,0-1 0 0,-3-2-704 16,2-2-256-16,-1-2 0 0,3-2 0 0,1-3-2624 15,1-3-512-15,2-2-96 0,0-4-4768 0</inkml:trace>
  <inkml:trace contextRef="#ctx0" brushRef="#br0" timeOffset="3608.33">15956 4732 20479 0,'-25'-11'0'16,"2"0"-512"-16,3-2-1136 0,1-1 1424 0,1-1 224 0,1 2 160 0,1 2-32 0,1 2 416 16,2 1 80-16,1 3 16 0,-1 3 0 0,0 2 352 15,0 3 80-15,2 6 16 0,-1 8 0 0,2 7-576 16,-1 6-96-16,2 1-32 0,1 1 0 0,3 0-48 15,2 0-16-15,3 2 0 0,3 2 0 0,2 1 0 16,4 1 0-16,0-2 0 0,4-4 0 0,-1-4-144 16,4-3-48-16,-1-4 0 0,3-4 0 0,0-4 256 15,0-4 64-15,0-3 0 0,2-4 0 16,2-5-256-16,0-3-64 0,-2-2 0 0,0-4 0 0,-4-2 160 16,1-2 32-16,-3-1 0 0,-2 0 0 0,-4 1 48 15,0 0 16-15,-1 2 0 0,0 1 0 0,-2 2-256 16,-1 2-128-16,-2 2 128 0,1 2-128 0,-3 5 128 15,0 0-128-15,0 0 128 0,0 0-128 0,4 7 272 16,-1 3-16-16,0 2 0 0,0 2 0 0,1 1-256 16,-1 2 0-16,2-1 0 0,2-2 0 0,-1-1-144 15,1-2-96-15,1-2-16 0,0-2 0 0,0-2-96 16,2-2-32-16,0-3 0 0,0-2 0 0,1-2-2496 16,-1-2-512-16,0-3-112 0,3-2-6592 0</inkml:trace>
  <inkml:trace contextRef="#ctx0" brushRef="#br0" timeOffset="3798.46">16515 4901 25343 0,'18'4'2560'0,"0"-1"-768"16,0-2-160-16,2-1-896 0,0-2-176 0,0 0-48 0,1-1 0 0,0-1-352 15,1 0-160-15,-1-1 128 0,0 0-128 0,-1-1 0 31,1-1 0-31,-3-1 0 0,0 0 0 0,-2-1-2944 0,-1-1-448 16,-3-2-112-16,-3-3-6480 0</inkml:trace>
  <inkml:trace contextRef="#ctx0" brushRef="#br0" timeOffset="3976.99">16868 4563 20479 0,'1'38'2560'0,"1"1"-768"0,1-1-160 0,-1-1-128 15,1 0-32-15,1-2 0 0,-3-3 0 0,1-2-864 16,-1-2-176-16,-1-2-48 0,0-1 0 0,2-1-384 16,-2-1 0-16,2-3 0 0,-1-4 0 0,1-3-2176 15,1-3-512-15,-1-5-96 0,-2-5-32 0,7-5-1888 16,-1-4-384-16,2-3-80 0,4-3 1136 0</inkml:trace>
  <inkml:trace contextRef="#ctx0" brushRef="#br0" timeOffset="4345.42">17165 4479 27391 0,'-5'14'304'0,"2"2"-96"0,-2 2-16 0,0 3 0 15,0 1 0-15,0 1 0 0,0 2 0 0,2 0-48 16,0 0-16-16,1-2 0 0,2-3 0 0,0-1-128 15,3-3-176-15,2-1 48 0,0-2 0 0,3-2 128 16,1-2-128-16,2-1 128 0,4-1-128 0,3-2 0 16,3-1 0-16,1 1 0 0,1-1 0 0,0 1 560 15,1 0 112-15,-1 0 32 0,-1 1 0 0,0 1-256 16,-2 1-64-16,0 0 0 0,-2 1 0 0,-1 1 0 16,-2 1 0-16,-5 1 0 0,-5 2 0 0,-5 2 160 15,-2 1 32-15,-6 1 0 0,-2 1 0 0,-3 0 48 16,-6 1 16-16,1-1 0 0,-2-1 0 0,-3-2-368 15,2-1-144-15,-4-1 128 0,-3-3-128 0,-3-1 0 16,-2-2-320-16,0-2 48 0,4-2 16 16,1-3-464-16,3-2-96 0,4-1-16 0,1-2 0 15,6-1-1424-15,0-2-304 0,6-2-48 0,7-2-16 0,5-2-1584 16,3-3-320-16,6 0-64 0,7 0 496 0</inkml:trace>
  <inkml:trace contextRef="#ctx0" brushRef="#br0" timeOffset="4545.39">17756 5016 30207 0,'-9'39'608'0,"0"-3"-176"0,0-3-48 0,-1-3 112 0,2-4 16 0,0-2 0 0,1-3 0 0,1-5-320 16,3-3-48-16,-1-2-16 0,3-2 0 0,1-1-128 31,1-2-176-31,-1-6 48 0,0 0 0 0,5 2-1440 31,0-1-288-31,3-4-48 0,17-29-9680 0</inkml:trace>
  <inkml:trace contextRef="#ctx0" brushRef="#br0" timeOffset="4754">17997 4648 16383 0,'-5'-4'3584'0,"5"4"-1088"0,0 0-192 0,0 0-832 16,0 5-144-16,2 4-48 0,4 5 0 0,3 3-96 15,2 4-32-15,2 1 0 0,2 1 0 0,1 0 0 16,-1 0 0-16,-1-1 0 0,1-1 0 0,-2 0-864 16,0-1-288-16,-1-1 160 0,-1 0-160 0,2-1 128 15,-1 0-128-15,-1-2 128 0,1-2-128 0,-1-2-1152 16,1-1-304-16,-1-3-64 0,1-3-16 0,1-3-1024 16,-1-3-192-16,1-4-64 0,3-4 0 0,2-4-256 15,2-4-48-15,0-2-16 0,-1 0-2832 0</inkml:trace>
  <inkml:trace contextRef="#ctx0" brushRef="#br0" timeOffset="4950.68">18499 4489 26623 0,'-26'31'1216'0,"-2"4"-352"0,-2 5-80 0,-3 6 48 15,-1 3 0-15,1-2 0 0,3-3 0 0,2-4-368 16,2-3-64-16,2 0-16 0,1 0 0 0,1 0-384 31,3 0-224-31,1-3 32 0,3-5 0 0,2-4-1392 16,1-3-272-16,4-5-48 0,1-5-16 0,4-5-2240 15,3-7-464-15,0 0-96 0,11-7-976 0</inkml:trace>
  <inkml:trace contextRef="#ctx0" brushRef="#br0" timeOffset="5174.59">18660 5005 30207 0,'-7'51'1840'0,"2"-7"-560"0,-1-4-96 0,-1-4-592 16,2-3-112-16,0-2-32 0,1-3 0 0,0-2-448 16,3-2 0-16,-1-1 0 0,0-2 0 0,-1-2 144 0,1-2-144 0,1-3 128 0,-1-3-128 15,2-3 0 1,0-2-224-16,0-6 32 0,0 0 0 0,0 0-1792 31,3-8-368-31,1-2-64 0,17-22-9584 0</inkml:trace>
  <inkml:trace contextRef="#ctx0" brushRef="#br0" timeOffset="5490.72">19108 4800 25343 0,'0'0'1632'0,"1"5"-480"0,1 0-112 0,1 0-320 16,2-1-64-16,3 0-16 0,5 0 0 0,2-1 0 15,5 0 0-15,1-1 0 0,2-1 0 0,4-1 64 16,1-1 0-16,-1 0 0 0,-1-1 0 0,0-1-576 16,-1 0-128-16,1-1 0 0,1 0 0 0,0 0 0 15,3 0-176-15,0 0 48 0,-2-1 0 0,-2 0-880 16,0 0-160-16,-3-1-48 0,-3-1 0 0,-2-1-1376 16,-2-1-288-1,-3-1-48-15,-3-2-6928 0</inkml:trace>
  <inkml:trace contextRef="#ctx0" brushRef="#br0" timeOffset="5691.44">19531 4522 22015 0,'-2'14'2144'16,"0"5"-640"-16,-1 6-128 0,1 6-80 0,-1 4-16 0,0 0 0 0,0-1 0 0,-2-2-608 15,0-1-128-15,0-1-32 0,0-2 0 0,2-2-512 31,-1-1 0-31,3-1 0 0,-1-1 0 0,2-1-1216 16,2 0-368-16,-1-3-64 0,3-3-16 0,-1-2-768 16,0-3-144-16,2-3-48 0,2-5-5904 0</inkml:trace>
  <inkml:trace contextRef="#ctx0" brushRef="#br0" timeOffset="6134.01">20203 4426 23295 0,'2'30'2144'0,"1"5"-640"0,-3 4-128 0,2 5-736 15,-2 4-160-15,-2-4-32 0,1-3 0 0,-1-4-144 0,-1-3-48 0,0-5 0 0,-1-4 0 16,1-3-256-16,1-3 160 16,-1-3-160-16,1-2 128 0,1-3-128 0,-1-2 128 15,2-2-128-15,0-7 128 0,0 0 112 0,0 0 16 16,7 2 0-16,1-2 0 0,2-3-256 0,1-2 144 0,4 0-144 0,5-1 128 0,3-1 0 16,3 0 0-16,0 1 0 0,2 1 0 0,0 2-128 15,0 1 0-15,-2 1 0 0,-3 2-176 0,-3 2 352 16,-2 2 64-16,-3 2 16 0,-5 2 0 15,-4 3 48-15,-1 1 16 0,-5 3 0 0,-5 4 0 0,-3 3 144 16,-5 2 48-16,-7 2 0 0,-3 0 0 16,-8 0-208-16,-2 0-48 0,0-4 0 0,1-3 0 0,2-4-256 15,2-3 160-15,3-3-160 0,2-2 128 0,4-2-400 16,1-1-96-16,1-3-16 0,4-3 0 16,0-3-1888-1,1 0-384-15,7-3-80 16,25-27-9552-16</inkml:trace>
  <inkml:trace contextRef="#ctx0" brushRef="#br0" timeOffset="6424.66">20697 5017 28671 0,'8'14'2352'0,"2"0"-704"0,-2 0-144 0,-1 0-384 15,1-1-80-15,-3 1-16 0,0 0 0 0,-3 1-448 16,-1 0-112-16,-4-1-16 0,-2 0 0 0,-1-1-192 15,-3 0-64-15,-2-1 0 0,-1 0 0 0,-1 0-192 16,-2-1 144-16,2-1-144 0,2 0 128 0,1-1-128 16,2-1 128-16,1-1-128 0,2 0 128 0,4-1-128 0,-1-1-176 0,2-5 48 0,5 5 0 0,3-1 128 15,0-1-128-15,5-1 128 0,2-1-128 0,2-1 128 16,2 0 0-16,4-1 0 0,0-1 0 16,4-1-128-1,1-1 0-15,0-1 0 0,-1-1 0 0,1-2-672 16,-1-1-128-16,-3-2-32 0,-4-3 0 0,-2-2-1584 31,-2-2-320-31,-2-4-64 0,9-42-8768 0</inkml:trace>
  <inkml:trace contextRef="#ctx0" brushRef="#br0" timeOffset="6620.95">21096 4566 30463 0,'35'35'2752'0,"0"1"-816"0,-2-3-160 0,-3-2-752 16,-2-2-160-16,-4-4-32 0,1-2 0 0,-2-3-704 16,0-2-128-16,-2-2 0 0,-3-3-128 0,-3-3 128 15,1-2-128-15,-2-2 128 0,0-3-128 0,1-1-1392 32,2-2-272-32,-1-2-48 0,19-17-12368 0</inkml:trace>
  <inkml:trace contextRef="#ctx0" brushRef="#br0" timeOffset="6809.91">21772 4463 28671 0,'-36'30'1840'0,"-3"7"-560"0,-4 7-96 0,-5 9-896 0,-1 5-288 0,3-8 160 0,3-3-160 15,2-5 496-15,2-4 16 16,3-1 0-16,1 0 0 0,4 0-368 15,0 0-144-15,6-4 128 0,4-5-128 0,4-5-944 32,4-4-272-32,5-5-48 0,31-18-11792 0</inkml:trace>
  <inkml:trace contextRef="#ctx0" brushRef="#br0" timeOffset="7144.51">22084 4898 26623 0,'6'16'1840'0,"1"1"-560"0,-2 2-96 0,-2 1-688 15,2 1-144-15,-2 1-32 0,-1 0 0 0,-2 0-144 16,0 0-48-16,-2-1 0 0,-1-1 0 0,-4-1 0 16,-1-2 0-16,-2-1 0 0,-3-1 0 0,0-1 320 15,-3-1 48-15,-1 0 16 0,2-2 0 0,-3-1 0 16,2-1 0-16,4-1 0 0,4-1 0 0,0-1-112 15,3-1-16-15,5-5 0 0,2 5 0 0,3-1-48 16,3-1-16-16,3-1 0 0,6-1 0 0,3-1-48 16,3-1-16-16,1-1 0 0,2-1 0 0,-1-1-256 0,0-1 0 0,-2-1 0 15,-2-1 0-15,-1-1-256 16,-2-1-96-16,-2 0-32 0,1 0 0 0,-3 0-656 16,1-1-144-16,-3 0-32 0,-1-1 0 0,-1 0-816 15,-2-1-160-15,2-2-48 0,-2-2 0 0,-1-2-1840 16,0-1-368-16,-1 0-80 0,1 1-1360 0</inkml:trace>
  <inkml:trace contextRef="#ctx0" brushRef="#br0" timeOffset="9478.12">3485 6135 12543 0,'0'0'0'0,"0"0"0"0,0 0 0 0,0 0 192 16,0 0 64-16,6 9 0 0,1 0 0 0,0 1 352 15,2 2 80-15,1 3 16 0,2 3 0 0,-1 3 0 16,2 1 0-16,-1 1 0 0,-1 1 0 0,1 0-320 15,1 0-48-15,0-2-16 0,0-2 0 0,2-2-320 16,2-3 0-16,1-2 0 0,1-3-128 0,6-1 128 16,5-4-128-16,3-2 128 0,0-2-128 0,2-3 128 15,-1-3-128-15,-1-3 128 0,-5-1-128 0,-2-2 960 16,-1-3 208-16,4-5 48 0,4-6 0 0,8-9-720 16,9-8-144-16,2 1-32 0,-1 2 0 0,-3 4-48 0,-7 4-16 15,-7 2 0-15,-1 1 0 0,-4 0-128 16,1 1 0-16,-2-4 0 0,-1-5 0 0,-2-4 192 0,-2-6 0 15,-2 3 0-15,-6 3 0 0,-5 6 192 16,-2 4 64-16,-3 3 0 0,-5 2 0 0,-5 0 352 16,-5-2 80-16,-3-6 16 0,-3-6 0 0,-4-6-320 0,0-7-48 0,-1 7-16 0,1 7 0 0,2 3-512 15,0 1 0-15,0 1 0 0,0 0 0 0,0-5-144 16,0-4 144-16,-4-4-128 0,-3-4 128 0,-5 3-384 31,-2 3 0-15,-3 7 0-16,-1 6 0 0,0 2-160 0,1 1-32 0,7 0 0 0,5-1 0 0,0-1 416 0,-1-1 160 0,1 1-128 0,3 0 128 0,-3 3-288 15,-2 3 32-15,-2 4 0 16,-3 5 0-16,-1 7 48 0,-4 5 16 0,2 7 0 0,-1 7 0 0,3 9-160 16,2 5-32-16,3 4 0 0,3 3 0 0,1 1 0 15,3 1 0-15,0-1 0 0,0-2 0 0,-1 4 384 16,2 4 0-16,0 11 0 0,3 11 128 0,0-2 416 16,5-4 80-16,2-6 16 15,2-6 0-15,4 3-160 0,2 3-32 0,3 7 0 0,4 8 0 0,1-5 0 16,2-7 0-16,2-6 0 0,2-5 0 0,-1 2-96 15,2 4-32-15,0 3 0 0,1 4 0 0,-1-1-192 32,-2-5-128-32,2-7 128 0,-2-7-128 0,4-4-848 15,-1-4-240-15,2-3-64 0,3-3 0 0,2 1 416 16,2 1 80-16,2 0 16 0,3 0 0 0,1 1-1536 16,0 1-320-16,-1-4-48 0,-4-5-4816 0</inkml:trace>
  <inkml:trace contextRef="#ctx0" brushRef="#br0" timeOffset="10025.58">4888 6297 40447 0,'16'3'0'0,"7"1"0"0,13 1 0 0,10 1-1088 16,10 0-192-16,-4-3-64 0,-4-2 0 0,-1-2 0 16,-1-1 0-16,7-2 0 0,6-2 0 0,0-2 112 0,-3-3 16 0,-5-1 0 0,-7-1 0 0,-6-1 1584 15,-4-1 320-15,-3 2 64 0,2 1 16 0,0 2 656 16,-4 2 144-16,-6 1 32 0,-6 2 0 0,-7 2-672 0,-10 3-128 15,0 0-32-15,-12-1 0 0,-9 4-768 16,-10 3-256-16,-4 5 0 16,-1 4 0-16,-7 3-608 0,-7 3-128 0,-7 3-32 0,-11 2 0 0,6-2 1024 0,6-2 320 0,5-1 0 0,5-1 0 0,-2-3-160 31,-2-3-32-31,0-1 0 0,1-2 0 0,3 0-512 16,2-3-96-16,10-2-32 0,6-1 0 0,7-1-960 15,6-2-208-15,3-1-48 0,2-2 0 0,10 1-1024 16,0 0-192-16,0-8-64 0,2-9-4016 0</inkml:trace>
  <inkml:trace contextRef="#ctx0" brushRef="#br0" timeOffset="16140.85">9127 7691 18943 0,'0'0'704'0,"0"0"-192"0,0 0-64 0,0 0-256 0,-5 3-48 0,0 0-16 0,1 0 0 0,-1 0 112 16,0 0 16-16,0 0 0 0,0 0 0 0,5-3-112 15,-5 4-16-15,5-4 0 0,-5 4 0 0,5-4-304 16,-3 5-64-16,3-5-16 16,0 0 0-16,0 0-816 15,0 0-160-15,0 0-48 16,6 5-6144-16</inkml:trace>
  <inkml:trace contextRef="#ctx0" brushRef="#br0" timeOffset="16467.93">10651 7412 22015 0,'13'7'0'0,"-5"-2"0"0,2 0 0 0,3 1 0 31,2 1 0-31,2 0-160 0,-2-1 160 0,-2-2-3616 0,-4-1-640 0,-9-3-128 0,0 0 96 0</inkml:trace>
  <inkml:trace contextRef="#ctx0" brushRef="#br0" timeOffset="23128.7">8211 8899 12287 0,'14'4'0'0,"-6"-1"0"0,2-1 0 0,-2 2 0 15,2-1 0-15,-4 0 0 0,-6-3 0 16,7 3-160-16,-7-3-32 0,0 0 0 15,0 0 0-15,0 0 768 0,5 5 160 0,-5-5 32 0,5 8 0 0,0-3 192 16,-5-5 64-16,6 6 0 0,2 0 0 0,-1 1-720 16,4 1-144-16,-1 1-32 0,0 0 0 0,3 0 0 15,1 0 0-15,0-1 0 0,1 0 0 0,-2-1-128 16,2-1 0-16,-2-1 0 0,2-2-176 0,-2-2 176 16,0-3 176-16,2-2-48 0,0-3 0 15,1-2 416-15,1-1 80 0,2-1 16 0,1 0 0 0,1 1-160 16,-1 0-32-16,1 0 0 0,-1 1 0 15,0-1-256-15,0-3-48 0,-2 0-16 0,-2-1 0 0,1-2-128 16,0-4-272-16,-4-3 64 0,0-3 16 0,-3-4 192 16,2-4 0-16,-3 1 0 0,1 1 0 0,0 2 160 15,0 1 80-15,-2 3 16 0,-3 3 0 0,3 0 0 16,0-1 0-16,-3 1 0 0,0 0 0 0,0-2-256 16,-1-2-256-16,-3-2 48 0,1-1 16 0,-4 0 192 15,1 0 0-15,-3 0 0 0,-1 3 0 0,0 2-304 16,-1 3-16-16,-2 2 0 0,-1 1 0 0,0 3 320 15,-3 1 144-15,-1 0-16 0,-2 1 0 0,-1 1 368 16,-4 2 64-16,-1 2 16 0,-5 0 0 0,-2 1-576 0,-3 2 0 16,1 1 0-16,-1 1 0 0,2 2-144 0,2 1 144 0,1 3-128 15,1 0 128-15,1 4 128 0,-1 3 96 16,-3 0 32-16,-1 0 0 0,-4 3-64 16,-2 1 0-16,1 0 0 0,1 0 0 0,3 2-192 0,4 4 144 0,6 5-144 0,2 5 128 0,7 8-128 15,4 8 128-15,4 0-128 0,3-2 128 0,5-2 160 16,2-4 32-16,2-2 0 0,5-2 0 0,2 7-160 15,5 7-32-15,4 4 0 16,1 3 0-16,4-6 64 0,1-8 0 0,-2-4 0 16,-4-4 0-16,0-3-192 0,-4 0 0 15,-1-1 0-15,-4 0-176 0,-1 2 176 16,1 2-128-16,-2 1 128 0,-1 0-128 16,-2-2-624-16,1-2-112 0,-2-4-32 15,-1-5 0-15,1-3-1168 0,0-4-240 0,0-1-64 0,0-2-6112 16</inkml:trace>
  <inkml:trace contextRef="#ctx0" brushRef="#br0" timeOffset="23939.42">10894 8722 21503 0,'0'0'0'0,"0"0"0"0,0 0 0 16,0 0-368-16,0 0-64 0,-8 6-16 0,1-1 0 0,1 0-448 0,-2-1-112 0,1 0-16 0,7-4 0 0,-11 5 720 15,-1-2 144-15,1-1 32 0,-1-2 0 0,2 0 656 16,-3-1 144-16,2 0 32 0,-1 0 0 0,-1 0 448 16,1 0 112-16,-1 1 16 0,2 0 0 0,-1 2-512 15,3 2-112-15,0 2-16 0,4 1 0 0,0 3-352 16,1 3-80-16,2 2-16 0,3 0 0 0,1 1-192 16,5 0 144-16,1 0-144 0,3-1 128 0,3-1-128 15,2 1 0-15,2-2 0 0,3-2 0 0,-1 0 192 16,1 1 0-16,-1 0 0 0,0-2 0 0,-4-1-192 15,1-1-176-15,-2-3 48 0,1-2 0 0,0-3 448 16,2-3 112-16,2 0 16 0,1 0 0 0,2-2-256 16,4-3-64-16,-1 0 0 0,4 1 0 0,-1-3 0 15,-1-2 0-15,0-1 0 0,0-2 0 0,-2-5-128 16,-3-4 128-16,-2-3-128 0,0-4 128 0,-1-6-128 16,1-7-176-16,1 0 48 0,2 2 0 0,1 5-112 0,1 5-16 15,-3 2 0-15,-3 2 0 0,0-2 64 0,-4-3 0 0,-1-5 0 16,-4-6 0-16,-6-1-64 0,-1-1 0 0,-4 6 0 0,-4 5 0 0,-4 5-48 15,-2 4-16-15,-3 2 0 0,-2 2 0 0,-3 0 320 16,-2 1 256 0,-4 0-64-16,-1-1 0 0,-1 0-48 0,1 0-16 0,-1 3 0 0,3 3 0 0,-5 5-128 15,-5 3 0 1,-5 6 0-16,-7 4 0 0,-1 6 0 0,-1 4 0 0,4 3 0 0,7 2 0 0,4 1 0 16,3 1 0-16,4 1 0 0,2 1 0 0,4-1 0 15,1-1 0-15,4 1 0 16,3 0 0-16,3 5 192 0,4 5 0 0,3 5 0 0,4 6 0 0,2 2-416 47,5-2-80-47,1-3-16 0,32 34-10304 0</inkml:trace>
  <inkml:trace contextRef="#ctx0" brushRef="#br0" timeOffset="24778.84">11957 10684 24831 0,'74'24'0'0,"-25"-7"0"0,6 0 0 0,12 3 256 16,15-1 48-16,-11-3 16 0,-12-2 0 0,-7 1-320 15,-1 1 0-15,-5-1 0 0,-2-2 0 0,-5-2-192 0,-4-2-112 0,-9-2-16 16,-8-2 0-16,-8-1 112 16,-2 0 16-16,-8-4 0 0,-13 3 0 0,-10-1 560 15,-10 0 112-15,-3 0 32 0,0-1 0 0,-5 0-208 16,-3-1-48-16,-15 0 0 0,-12 0 0 0,-4-1-256 0,-2-1-144 0,-2 0 16 0,3-1 0 15,-7-1 128-15,-6-1 176 16,7 0-48-16,15-1 0 0,-2 3 208 0,0 1 48 0,7 0 0 0,4 0 0 0,12 1 0 16,9-1 0-16,10 0 0 0,11 1 0 0,4 0-112 15,12 1-16-15,0 0 0 0,0 0 0 16,20-2-400-16,15-2-96 0,14-2-16 16,12-1 0-16,-1-3 464 0,1-3 96 0,13-2 16 0,16-2 0 15,0-1-320-15,-3-1-144 0,3-1 16 0,9-1 0 0,-4 4 0 16,-6 4 0-16,-12 0 0 0,-9-1 0 0,-4 2-208 31,-1 2-48-31,-12 4 0 0,-13 2 0 16,-11 1-816-16,-12-1-160 0,-15 4-48 0,-13-3 0 15,-18 2 1408-15,-17 2 240 0,-8 3 64 0,1 4 16 0,-23 4-512 0,-26 3-112 16,2 8-16-16,5 6 0 0,-13 8 320 0,-16 3-160 0,8-2 160 0,13-3-128 0,3-3 816 16,0-2 160-16,19-2 48 15,19-1 0-15,11 0-512 16,12 0-112-16,8 0-16 0,9-1 0 0,9 1-2448 15,9 1-496-15,7-14-112 0,9-16-5440 0</inkml:trace>
  <inkml:trace contextRef="#ctx0" brushRef="#br0" timeOffset="27037.48">11129 10791 17151 0,'7'-8'0'0,"-7"8"0"0,6-7 0 0,-1 2 448 15,-2 0 112-15,2 0 16 0,0 1 0 0,-5 4-160 16,0 0-32-16,7-3 0 0,-7 3 0 0,6-3 112 16,-6 3 16-16,9 0 0 0,-9 0 0 0,9 1 0 15,1-1 0-15,0 2 0 0,0 0 0 0,4 1-512 16,-1 0-320-16,2 2 64 0,3 2 0 0,5 3 96 15,2 4 32-15,11 2 0 0,13 1 0 0,9-1-112 16,6-2-16-16,-5-2 0 0,-7-3 0 0,6-2 256 16,6-1 160-16,5-4-32 0,1-3 0 0,-6-3 256 15,-10-3 64-15,2-2 0 0,0-2 0 0,8-6 400 16,11-6 96-16,-6-4 16 0,-8-3 0 0,-2-5-672 16,1-3-128-16,4 4-32 0,6 4 0 0,-6 3-128 15,-5 3-176-15,-10-1 48 0,-8-1 0 0,-5-5 128 16,0-4 0-16,-4-9 128 0,-1-9-128 0,-3 3 688 15,-2 3 64-15,-5 6 16 0,-5 6 0 0,-3 1-112 0,-5-1-16 16,-6-7 0-16,-4-9 0 0,-6-5-96 16,-7-3-32-16,-4 7 0 0,-4 9 0 0,-3 4-512 0,-2 3 0 0,0-1 0 0,-3-1 0 0,-5-4 320 15,-8-3-64-15,-12 1 0 0,-12 3 0 0,1 8-256 16,5 7-256-16,-6 4 64 0,-7 3 0 0,-7 6-64 16,-8 5 0-16,4 2 0 0,8 0 0 0,-11 4 256 15,-13 4-144-15,13 3 144 16,11 2-128-16,-6 4 128 0,-12 4 176 0,9 8-48 0,11 7 0 0,4 7 64 15,-1 5 0-15,-3-1 0 0,-3-4 0 0,8-2 96 16,12-3 32-16,8-2 0 0,2-2 0 0,2 5-320 16,-3 6 160-16,4 9-160 0,8 7 128 0,7-3-128 15,8-4 128-15,10-6-128 0,8-5 128 0,10-1-128 32,7 1 0-32,7 7 0 0,6 7 0 0,3 2-480 15,3 0-128-15,0-7-32 0,-3-8 0 16,-1-4-1168-16,-1-3-240 0,3 1-64 15,7 1 0-15,-1 1-3376 0,1 0-672 0,-5-8-144 0,-3-8 1584 0</inkml:trace>
  <inkml:trace contextRef="#ctx0" brushRef="#br0" timeOffset="30275.88">5819 16453 37119 0,'0'0'0'0,"0"0"0"0,0 0 0 0,0 0 512 31,10-1 96-31,0-2 32 0,5-3 0 16,3-2-1232-16,5-2-240 0,0-2-64 0,0-1 0 0,2 0 464 0,-1-1 96 0,-2 1 16 0,-1 0 0 0,2 0 96 15,0-1 32-15,5 2 0 0,1 3 0 0,6 1 48 16,3 1 16-16,1 1 0 0,2 4 0 0,-4 2 128 16,-4 1 0-16,-2 2 128 0,-3 2-128 0,2-1 320 15,-1 0 0-15,9 1 0 0,7 2 0 0,9 2-48 16,8 2-16-16,-3 2 0 0,-4 2 0 0,13-4 64 16,14-4 0-16,5 0 0 0,3-1 0 0,12-7-112 15,13-7-16-15,-5-1 0 0,-5 0 0 0,11-1-192 16,17-1 0-16,-6 1 0 0,-11 0 0 0,5 3 560 15,2 1 64-15,4-1 16 0,4-1 0 0,-8-1 48 16,-12 2 16-16,6 2 0 0,6 1 0 0,-8-1-368 16,-13-2-64-16,0 3-16 0,1 3 0 0,-16 0-256 15,-17-2 0-15,-6 2 0 0,-6 1-144 0,-6 0 144 32,-6 0 0-32,-9 0 0 0,-11 0 0 0,-8 0-704 15,-7 0-96-15,-11 0-32 0,0 0 0 0,-16 4 112 0,-15-1 16 16,-9-1 0-16,-4 0 0 0,-12 1-1904 0,-13 0-368 0,-3 4-80 0,-2 2-9120 15</inkml:trace>
  <inkml:trace contextRef="#ctx0" brushRef="#br0" timeOffset="30883.19">6382 17484 35839 0,'8'-6'0'0,"-3"3"0"0,5-1 0 0,-2-1 704 16,2-3 160-16,0 0 32 0,2-1 0 0,-1-1-512 15,2 0-112-15,0 0-16 0,2-2 0 0,3-1-256 0,5-3 0 0,0-3 0 0,5-3-144 0,3 0 144 16,5-1-128-16,1 1 128 16,2 1-128-16,0 3-64 0,-2 1 0 0,4 0 0 0,7-2 0 15,18 2 192-15,21 3 0 16,3 2 0-16,1 1 0 0,20 1 0 0,21 1 0 0,16 1 128 0,10 1-128 0,10-1 0 16,10-1 0-16,1 2 0 0,-3 1-128 0,1 1 128 15,6 1-128-15,-8 2 128 0,-5 1-128 0,1 2 352 16,3 1 80-16,-4 1 16 0,-4 1 0 15,3 3 304-15,2 3 64 0,-7 0 16 0,-5-1 0 0,-18 3-576 16,-21 2-128-16,-4 3 0 0,4 3 0 0,-20 2 0 31,-21-1 128-31,-7-1-128 0,-6-3 128 16,-11-3-960-16,-9-3-208 0,-13-3-48 0,-10-4 0 0,-13-4-1280 16,-10 0-256-16,-16-11-48 0,-19-6-16 0,-12-4-48 15,-13-3-16-15,-12 1 0 0,-14 2-5760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2:55:08.4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2525 5489 12799 0,'-11'7'0'0,"1"-1"0"0,2 0 0 0,0 0 0 16,1-1 192-16,1 0-48 0,-1 0-16 0,7-5-128 15,0 0-272-15,-7 4 64 0,7-4 16 0,0 0 192 16,0 0-144-16,0 0 144 0,0 0-128 0,0 0-112 31,0 0-16-31,0 0 0 0,0 0 0 0,0 0-192 16,0 0-64-16,0 0 0 0,0 0 0 0,-5 6-256 0,5-6-48 0,-3 8-16 0,2 0 0 0,1 0 416 15,1 0 80 1,-1 2 16-16,2 2-1728 0</inkml:trace>
  <inkml:trace contextRef="#ctx0" brushRef="#br0" timeOffset="1227">2883 5476 15359 0,'0'0'0'0,"0"0"0"0,8-1 0 0,0 1 192 16,5 0 64-16,-1 1 0 0,-1 0 0 0,2 0-256 15,-1 0 0-15,1 0 0 0,0 0 0 0,0-1 192 16,2-1 0-16,-2-1 0 0,4-1 0 0,1 0 720 16,2-1 144-16,1 1 32 0,0 1 0 0,-1 1-464 15,1 1-96-15,0 2-16 0,0 1 0 0,2 1-512 16,0 1 0-16,5 2 0 0,4 3 0 0,5 1 0 16,4 0 0-16,2 1 0 0,0 0 0 0,-2-1 0 15,-2-3 0-15,-1 1 0 0,-2 2 0 0,8-2 208 16,9-2-64-16,7-1-16 0,3-1 0 0,-3-1 112 15,-4 0 16-15,5 0 0 0,6-1 0 0,7 0 0 16,8 0 0-16,-6-1 0 0,-6 0 0 0,12 0 0 16,15 0 0-16,-7 0 0 0,-11-1 0 0,13 0-64 15,16 0 0-15,-6-1 0 0,-9 0 0 0,9 0 0 0,15 0 0 16,-11 0 0-16,-12 0 0 0,15 0 0 0,16-1 0 16,-7-1 0-16,-7 0 0 0,3-2-192 0,9-1 144 15,3 0-144-15,-1-1 128 0,-5-1 0 0,-5 0 0 0,5-1 0 16,8 0 0-16,-7-1-128 0,-6-2 0 0,0-1 0 0,0-1 0 15,4 0 0-15,1-1 0 0,-8 1 0 16,-5-1 0-16,4-1 0 0,8-1 0 0,-12 3 0 0,-12 3 0 0,4-2 0 16,9-3 128-16,-9 4-128 0,-12 6 128 0,-1-3-128 15,3-4 0-15,-3 4 0 0,-3 6 0 0,-6-2 192 16,-11-2 0-16,5 0 0 0,4 2 0 0,-3 1 0 16,-3 2 0-16,-10 1 0 0,-8 0 0 0,3-2-192 15,5-3 0-15,2 2 0 0,1 2-176 0,-6 1 176 16,-6 0 0-16,-7 0 128 0,-7-1-128 0,-3-2 128 15,0-3-128-15,-2 1 128 0,2 1-128 0,-5 0 224 16,-2-2-32-16,-3 2 0 0,-1 1 0 0,-6-1-192 16,-3 0 144-16,-3 0-144 0,-2 0 128 15,-1 0-128-15,-2-1 128 0,-5 5-128 0,3-7 128 0,-3 7-400 16,3-8-96-16,-3 1-16 0,0 7 0 0,0-9 384 16,0-1 0-16,0 2 0 0,0 1 0 0,-3-1-224 15,1 0 32-15,2 0 0 0,0 1 0 0,0 0 192 16,2-1-144-16,-2 8 144 0,2-7-128 0,-2 7 0 15,1-7 0-15,-1 7 0 0,0 0 0 0,4-6 0 16,-4 6 0-16,0 0 0 0,3-5 0 0,-3 5 128 16,0 0-128-16,0 0 128 0,5-6-128 0,-5 6-112 31,5-5-16-31,-5 5 0 0,5-4 0 0,-5 4-192 0,0 0-64 0,6-4 0 0,-6 4 0 0,5-4 112 0,0 0 16 0,-5 4 0 16,7-5 0-16,-2 1 0 0,1-1 0 15,-1 0 0-15,0 0 0 0,2 0 384 16,-1 0 0-16,2 1 0 15,-1 0 0-15,0 1-640 0,1 0-64 0,0 0 0 16,0 0 0-16,2 0-192 0,-2-1-64 16,1 1 0-16,2-1 0 0,0 1-400 0,1 0-96 0,3-1-16 15,1 0-3808-15</inkml:trace>
  <inkml:trace contextRef="#ctx0" brushRef="#br0" timeOffset="2803.9">9287 10916 22527 0,'0'0'0'0,"0"0"0"0,0 0 0 0,0 0-368 0,0 0-64 0,0 0-16 15,0 0 0-15,6 4-816 0,2-1-160 0,2 1-48 0,0-1 0 0,3 0 1472 0,5-1 224 16,6 0 80-16,1 1 16 0,6 1 192 0,5 0 64 0,2 2 0 16,1 1 0-16,2 1-64 0,-3 0 0 0,3-1 0 0,4-2 0 15,9 1-512-15,13 0 0 16,-1 1 0-16,-5 1 0 0,-3-3 0 0,-4-4 0 0,10 0-192 16,12-1 48-16,-2 3 528 0,-3 1 96 0,-1-2 32 0,4-5 0 0,7-1-64 15,11 1 0-15,-11-1 0 0,-10 0 0 0,7-2-448 16,11-1 0-16,-4 0 0 0,-9 1 0 15,1-4 0-15,-3-4 0 0,4-1 0 0,4-1 0 0,-8-4-160 16,-8-5 160-16,-2-5-128 0,-3-6 128 0,3-5 128 16,8-7 96-16,-10 7 32 15,-9 7 0-15,-9 2 192 0,-6 1 64 0,-4 0 0 0,-3-1 0 0,1-6-208 16,-1-8-48-16,-3-4 0 0,-4-4 0 0,-2 5-96 16,-6 6-32-16,-4 7 0 0,-7 6 0 0,-9 0 256 15,-9-4 64-15,-7-4 0 0,-7-6 0 0,-5-3-448 16,-2-2 0-16,-4 3 0 0,0 4 0 0,-18 5 0 15,-18 5-320-15,-1 2 48 0,3 1 16 0,-5 2 256 16,-5 0-160-16,-5-1 160 0,-5-2-128 0,3 0 128 16,5 0 0-16,-10 4 0 0,-8 5 0 0,10 4 224 15,12 1 80-15,-11 6 16 0,-10 3 0 0,8 6-160 16,10 4-32-16,-7 3 0 0,-10 4 0 0,5 5-128 16,9 5 0-16,-6 4 0 0,-6 3 0 0,1 1 0 0,5 0 128 0,4-1-128 15,1-1 128-15,-2 1 160 16,0 1 32-16,14 2 0 0,10 1 0 0,1 10 0 15,-2 10 0-15,4 1 0 0,4 0 0 0,10-5-112 0,11-5-16 16,7-3 0-16,9-2 0 0,4 3 0 0,6 4 0 16,4 5 0-16,6 3 0 0,4-3 208 0,5-3 48 15,7-6 0-15,8-6 0 0,13-3-624 16,10-2-112 0,5 5-32-16,5 5 0 0,-2 2-304 0,2 3-64 0,11-1-16 0,18-3 0 0,-1-5-960 31,-4-6-208-31,7-2-48 0,161 26-9056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2:55:24.2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382 6939 22015 0,'-8'11'0'0,"3"0"0"0,-3 4 0 0,1 8-208 16,-1 7-48-16,-2 7 0 0,2 8 0 0,-3 0 0 16,-1-2 0-16,2-1 0 0,0-2 0 0,-1 14 256 15,3 15 0-15,-2 6 0 0,3 4 0 0,2 2 416 16,0 1 128-16,2 11 32 0,3 12 0 0,2 2-256 15,3 0-64-15,1 1 0 0,1 1 0 0,4 1 112 16,3 1 16-16,0-6 0 0,0-8 0 0,-1-3 608 16,-2-2 128-16,2 0 32 0,2 3 0 0,0-8-256 15,-2-9-64-15,0 7 0 0,0 8 0 0,0-8-400 16,1-12-96-16,0 1-16 0,3 3 0 0,-1 2 0 16,4 2 0-16,-2-13 0 0,2-14 0 0,-1-3 208 15,3 1 48-15,-1 4 0 0,0 6 0 0,1-4-112 0,0-6-16 0,-2-9 0 16,-1-8 0-16,-2-5-192 0,-1-4-64 0,-1-3 0 15,2-3 0-15,-1-2-192 0,0-3 0 16,1-2 0-16,1-2 0 0,3-1 352 0,6-2 32 0,2-1 0 0,4 0 0 16,5-1 48-16,3-1 16 0,-2 0 0 0,-1 0 0 15,-2-2-448-15,-1-2 0 0,4-2 0 16,10-2 0-16,11-1 0 0,11 0 0 0,-2 1 0 16,-7 0 0-16,12-3-176 0,10-3 176 0,1 4-128 0,-1 3 128 0,9-3-384 15,3-5 0-15,2 5 0 0,-1 4 0 0,11-1 256 16,7-3 128-16,-2 3-128 0,-6 3 128 0,11-1-128 15,13-2 128-15,-7 1-128 0,-8 0 128 0,5 6 0 16,9 4 128-16,5 1 0 0,4-1 0 0,-5 2 0 16,-7 3 0-16,1 3 0 0,3 3 0 0,5 2-128 15,8 2 128-15,-14-1-128 0,-17-1 128 0,7-1-128 16,13-2 128-16,-7-1-128 0,-11-2 128 16,0-1 48-16,-2-3 16 0,2-1 0 0,3-1 0 0,-8-1-192 15,-7 0 128-15,1-1-128 0,6-2 128 0,-10 1-128 16,-7 1 0-16,-6-1 0 0,2-2 0 0,-2 0 0 15,0 0 0-15,-15 0 0 0,-13-1 0 0,0-2 0 16,6-3 0-16,-4 1 0 0,0 1 0 0,-7 1 240 16,-9 1 16-16,-6-1 0 0,-5-3 0 0,-6-1-256 15,-3-1 0-15,0-1 0 0,-1-1 0 0,-1-1 0 16,4 0 144-16,-3-1-144 0,-1 0 128 0,0-2-128 16,-1-1-176-16,-3-1 48 0,1-1 0 0,-3-2 128 15,1-4 176-15,-3-7-48 0,0-7 0 0,1-7 0 0,-2-7 0 16,-1 1 0-16,-2 5 0 0,1 2-128 31,-1 1 0-31,1-1 0 0,-2-1-176 0,1-8-208 0,2-10-64 0,-1-2 0 16,-1-1 0-16,2 7 208 0,5 7 48 0,-3 1 0 0,2-2 0 0,-1-11 192 0,4-15-144 0,-2 6 144 0,-2 9-128 0,2 4 256 15,0 1 48-15,-1-12 16 0,-1-14 0 0,-1 5-192 16,-2 7 128 0,0 7-128-16,-1 6 128 0,-4-12-128 0,-1-15 0 0,-3 5 0 0,-2 8-176 0,1 3 304 15,-1 3 48-15,1-12 16 0,-3-13 0 0,0 9 0 16,0 11 0-16,0 3 0 15,0 2 0-15,-3-12 0 0,1-13 0 0,-3 9 0 0,-3 15 0 0,2 0-192 16,-2-2-176-16,-16-89-80 0,8 83 128 16,-2 13 0-16,-2 3 0 0,-1-1 0 0,-2-8 0 15,0-11 0-15,0 9 0 0,0 11 0 0,2 7 0 16,1 6 0-16,0-1 0 0,2-1 0 16,0-4 128-1,2-4-128-15,-2 2 128 0,-4 2-128 0,-1 8-256 0,-3 7-64 0,-4 6 0 16,-1 5 0-16,-4 1 160 0,-1 0 32 0,1 2 0 0,2 1 0 0,4 0 256 15,-1-1-160-15,2 2 160 0,0 2-128 0,-3 2 128 16,-7 2-128-16,-6 2 128 0,-7 2-128 0,-1 2 128 16,-1 3 0-16,4 1 0 0,4 2 0 0,-10 2 128 15,-9 3 48-15,-7 1 16 0,-6 0 0 0,3 1-64 16,7 1 0-16,-13 0 0 0,-16-1 0 0,2 0 112 16,8 0 16-16,-12 0 0 0,-16-1 0 0,4 0 48 15,5-1 16-15,-9-1 0 0,-8-2 0 0,-7 1-64 16,-4 1 0-16,4 0 0 0,7-1 0 0,-8 0-48 15,-13 0-16-15,0 0 0 0,-1-1 0 0,3 0-192 16,5 1 144-16,-2-1-144 0,-2-1 128 0,-10 1-128 16,-6 1 0-16,8 0 0 0,10-1-176 0,1 2 176 0,2 1 0 15,-3 2 128-15,-5 0-128 0,2-2 0 0,2-3-128 0,11 3 0 0,8 3 0 0,-6 2 128 16,-12 0 0-16,18 2 128 0,15 1-128 0,-5 4 0 31,-10 3-128-31,14 1 0 16,11 1 0-16,-2 0-512 0,-10 0-112 0,15-1-16 0,17-2 0 0,-2-2-48 15,-4-2-16-15,3-1 0 0,9-3 0 0,8-1-912 32,10-2-192-32,-3 1-48 0,-51 12-11280 15</inkml:trace>
  <inkml:trace contextRef="#ctx0" brushRef="#br0" timeOffset="21333.88">812 12493 33023 0,'0'0'0'0,"-8"0"0"0,8 0 0 0,-10 2 448 15,3 2 112-15,-2 1 16 0,0 0 0 0,1 4-576 16,0 3-192-16,-2 2 0 0,-3 1 0 0,0 2 192 15,1 2 160-15,1 9-32 0,-1 6 0 0,4 12 624 16,0 12 112-16,2-2 32 0,1-6 0 0,3-4 48 16,-1-4 16-16,3 1 0 0,0 2 0 0,3 5-368 15,4 5-64-15,-1-6-16 0,2-7 0 0,-1-9-512 16,1-7 0-16,-2-5 0 0,1-6 0 0,-2-4 160 31,0-3-160-31,-5-8 128 0,0 0-128 0,0 0-1552 16,6 0-400-16,-1-7-80 0,-5-7-16 0,2-14-1584 0,3-16-320 15,1-3-64-15,-1-3-6592 0</inkml:trace>
  <inkml:trace contextRef="#ctx0" brushRef="#br0" timeOffset="21587.06">820 12390 24063 0,'20'-4'0'0,"-4"3"0"0,4 1 0 16,8 3 1120-16,8 2 224 0,5 3 64 0,0 2 0 0,-3 2-464 15,-2 1-96-15,-5 1-16 0,-4 1 0 0,-4 0-400 16,-4 0-96-16,-4 2-16 0,-2 1 0 0,-3-1-96 15,-2-1-32-15,-6-1 0 0,-2-1 0 0,-5 4 576 16,-5 1 96-16,-3 3 32 0,-3 3 0 0,-9 3-208 16,-5 3-48-16,-11 1 0 0,-6 1 0 0,-3-4 112 15,0-4 16-15,5-3 0 0,7-1 0 0,4-6-576 32,4-5-192-32,-1-1 144 15,0 0-144-15,-2-2-432 0,-1-2-160 0,0 0-48 0,3-2 0 0,4-1-1632 31,3-3-336-31,4-1-64 0,18-39-11424 0</inkml:trace>
  <inkml:trace contextRef="#ctx0" brushRef="#br0" timeOffset="21902.43">1542 12260 39679 0,'-5'21'0'0,"-1"-1"0"0,-6 6 0 0,-3 8-256 0,-6 7-64 16,-7 0 0-16,-6-2 0 0,-4-1 320 15,-3-2 0-15,5 10 0 0,2 9 144 0,3 11 240 0,3 10 64 16,2-6 0-16,2-9 0 0,3 5 256 0,6 8 48 16,4-2 16-16,4-2 0 0,6-12-320 0,4-12-48 0,5-9-16 0,5-8 0 0,2-2 64 15,3-2 0-15,0-4 0 0,0-3 0 0,7-5-112 16,3-6-16-16,5-4 0 0,6-5 0 0,2-1-320 31,1-2 0-31,-2-2 0 16,-4-2-128-16,-7-1-880 0,-4-2-160 0,-4-3-48 0,-1-4 0 0,-4-2-704 31,-4-2-160-31,-1-4-32 0,14-78-12976 0</inkml:trace>
  <inkml:trace contextRef="#ctx0" brushRef="#br0" timeOffset="22304.51">1743 12801 43519 0,'8'42'0'0,"-2"-16"0"0,4 1 0 0,3-2 256 16,2-2 48-16,0-2 16 0,3-1 0 0,0-1-320 15,3-1 0-15,-2-2 0 0,-1-1 0 0,-1-2 0 16,-2-2 0-16,-2-3 0 0,0-3-144 0,-1-2 320 15,-1-3 64-15,-1-3 16 0,1-4 0 0,-1-3 304 16,3-4 64-16,-1-1 16 0,1-1 0 0,-1-2-464 0,1-3-176 16,-2 0 128-16,2-1-128 0,-3-4 0 0,2-4 0 15,-2-1 0-15,-1 0 0 0,-2 2 0 0,1 2 0 16,-3 6 192-16,2 3-64 0,-4 6-128 0,0 4 128 0,-3 8-128 16,0 0 128-16,0 0 64 0,4 10 0 0,-3 9 0 0,1 9 0 0,-2 7-192 15,-2 6 128-15,-1-1-128 0,0-3 128 0,-2-2-128 16,0 0 0-16,0 9 0 0,0 10 0 0,2 4 128 15,1 3 0-15,2-9 0 0,2-13 0 0,1-6-128 16,0-6 128-16,0-3-128 0,-1-5 128 0,-2-3-128 31,0-2 0-31,-3 0 0 0,-4 0 0 0,1-3-688 16,1-4-160-16,5-7-48 0,0 0 0 0,0 0-1072 16,-8-9-208-16,3-2-64 0,3-3 0 15,4-3-1280-15,6-4-256 0,5-4-48 0,3-4-7584 0</inkml:trace>
  <inkml:trace contextRef="#ctx0" brushRef="#br0" timeOffset="22493.78">2566 12991 43519 0,'31'4'0'0,"-10"0"0"0,6 0 0 0,1-2 304 16,1-2 64-16,-4 1 16 0,-4 1 0 0,-4-2-256 31,-3-3-128-31,-1-1 128 0,-3-1-128 0,-1 1-640 15,-4 1-208-15,-5 3-48 0,0 0 0 0,4-5-304 32,-4 5-64-32,0 0-16 0,-19 6-14128 0</inkml:trace>
  <inkml:trace contextRef="#ctx0" brushRef="#br0" timeOffset="22969.96">2522 13235 33023 0,'8'10'0'0,"0"-3"0"0,2 1 0 0,3 0 1024 0,3-1 192 0,2-1 64 0,2-1 0 0,3-2-512 16,0-1-112-16,-2-2-16 0,1-1 0 0,-3-2-304 31,-4-3-64-31,0-2-16 0,-2-1 0 0,-3-3-768 16,-2-2-144-16,-1-1-48 0,-1-2 0 0,1 1-1024 15,1-1-192-15,-1-1-64 0,1 0 0 0,0 0-96 16,0 0-32-16,1 3 0 0,2 1 0 0,-1 1 464 0,3-1 96 0,-3 3 16 16,3 3 0-16,0 1 1328 0,0-1 208 0,1 1 160 0,-1-1-32 0,-2 1 512 15,-1 0 112-15,-2 2 16 0,-1 1 0 0,-7 4 704 16,0 0 160-16,0 0 32 0,0 0 0 0,0 0 0 15,0 0 0-15,0 0 0 0,-10 7 0 0,0 1-464 16,0 1-96-16,-3 1-16 0,0 1 0 0,1 2-144 16,-1 2-48-16,2 2 0 0,1 2 0 0,3 3-560 15,2 2-112-15,2 1-32 0,5-1 0 0,-1 1-48 16,3 2-16-16,2-3 0 0,4-2 0 0,5-2 0 16,3-4 0-16,2-3 0 0,3-4 0 0,3-2 320 15,5-2 48-15,0-3 16 0,-3-3 0 0,-1-1-64 16,-3 0 0-16,-3-2 0 0,-3-3 0 0,-2-1-192 15,-1 0-64-15,-2-2 0 0,0-2 0 0,-3-1-48 16,0-2-16-16,-2-2 0 0,-3-2 0 0,0-4 320 16,-5-1 48-16,-1 0 16 0,-3 0 0 0,-1 1-64 0,0 1 0 15,-3 2 0-15,-2 2 0 0,-1 0-608 16,1 1-128 0,-3 1-32-16,-2 0 0 0,2 0-304 0,-2-1-64 0,-4 0-16 0,-1-1 0 0,-1-1-656 15,-2-3-144-15,3 0-32 16,-1-1 0-16,3 0-912 0,3-1-192 0,0 5-48 0,1 5 0 0,2-1-1936 15,6-3-400-15,4 3-80 0,5 2-2160 0</inkml:trace>
  <inkml:trace contextRef="#ctx0" brushRef="#br0" timeOffset="23239.85">3263 12393 43519 0,'28'22'0'0,"-5"-6"0"0,8 3 0 0,2 2-208 16,5 2-48-16,-4 0 0 0,-4 0 0 0,-4 4 0 16,-3 6 0-16,-5 11 0 0,-5 11 0 0,-4 6 416 15,-3 5 80-15,-4-4 16 0,-2-7 0 0,-2 9 1120 16,1 10 224-16,-6 0 64 0,-3-1 0 0,-3-13-320 16,-2-12-48-16,-6-5-16 0,1-5 0 0,-6 4-768 31,0 5-144-31,-6-1-48 0,0-3 0 0,0-7-960 15,1-6-208-15,3-6-48 0,2-5 0 0,-2-5-1936 16,0-3-400 0,-5-1-80-16,-68-20-14144 0</inkml:trace>
  <inkml:trace contextRef="#ctx0" brushRef="#br0" timeOffset="26173.01">4340 12795 34047 0,'0'0'0'0,"0"0"0"0,-7 4 0 0,7-4-160 16,0 0-32-16,0 0 0 0,0 0 0 0,0 0-96 15,0 0-32-15,0 0 0 0,7 3 0 0,1-3 976 16,5-2 192-16,0 0 48 0,-1-1 0 0,5-1-208 15,1 0-48-15,1-1 0 0,2 0 0 0,4 0-640 32,4-1 0-32,1 1 0 0,1 0 0 0,-2 1-736 15,1 0-80-15,-4 0-16 0,-3 1 0 0,-3 1-1168 32,-2 1-240-32,-5 2-64 0,-21 21-9216 0</inkml:trace>
  <inkml:trace contextRef="#ctx0" brushRef="#br0" timeOffset="26300.05">4477 13037 29439 0,'12'3'0'0,"-1"-1"0"0,6-1 0 0,6-1 768 31,6-2 144-31,6 0 48 0,4 0 0 0,-1-1-1280 16,-2-3-256-16,-3-1-64 0,39-42-12032 0</inkml:trace>
  <inkml:trace contextRef="#ctx0" brushRef="#br0" timeOffset="26688.18">6120 11805 36351 0,'10'14'0'0,"-5"1"0"0,1 5 0 0,1 12 0 15,1 12 0-15,-3 4 144 0,0 2-144 0,0-4 288 16,1-5-32-16,-4-4 0 0,-2-3 0 0,2 6-256 16,-2 6 160-16,-2 1-160 0,2 1 128 0,-3-4-128 15,0-5 128-15,-1-6-128 0,-1-6 128 0,-1-5 0 32,-2-3 0-32,-1-2 0 0,0-3 0 0,-1-2-704 0,-2 0-160 0,2-2-32 15,-3-2 0-15,2 1-2400 0,-1 0-480 0,-3-3-112 16,-3-4-6688-16</inkml:trace>
  <inkml:trace contextRef="#ctx0" brushRef="#br0" timeOffset="27040.1">5370 12879 33279 0,'28'4'0'0,"-3"-1"0"0,6-1 0 0,5-2-208 16,3-2-48-16,2 2 0 0,-3 1 0 0,13 1 256 16,13 0 256-16,6 0-48 0,4 0-16 15,-5 1 576-15,-2 0 96 0,9 0 32 0,14-1 0 16,-3 0 448-16,-7 0 112 0,4 0 16 0,3 1 0 0,2-3-768 16,-2-2-160-16,-10 1-32 0,-8 3 0 0,6-2-192 15,7-3-64-15,-10-1 0 0,-9-1 0 0,-9 3-256 16,-8 2 160-16,-4 1-160 0,-2 1 128 0,-4 0-128 31,0-2 0-31,-8 0 0 0,-5-1-176 16,-5 1-368-16,-5 0-80 0,-4 0-16 0,-9 0 0 0,0 0-656 15,0 0-144-15,0 0-32 0,-12-3 0 0,-4 3-560 16,-7 2-112-16,-4 2-32 0,1 1 0 0,-4-1-2096 16,-4-2-416-16,0-4-96 0,-3-4-1776 0</inkml:trace>
  <inkml:trace contextRef="#ctx0" brushRef="#br0" timeOffset="27562.43">4857 13595 31743 0,'-2'30'0'0,"2"-7"0"0,0 4 0 0,0 3 192 15,-3 2 64-15,-1 2 0 0,3 1 0 0,-2 8 448 16,-1 7 112-16,-1 5 16 0,2 4 0 0,1-2-112 0,-1-5-16 16,-2-5 0-16,0-6 0 0,2-1-256 0,1 1-48 15,-1-4-16-15,0-3 0 0,1-6-192 16,2-5-64 0,0-6 0-16,-1-4 0 0,1-5-656 0,0-8-144 0,0 0-32 0,0 0 0 0,1-15-2448 15,4-8-496-15,2-7-112 0,2-6-7712 0</inkml:trace>
  <inkml:trace contextRef="#ctx0" brushRef="#br0" timeOffset="27826.12">5290 14017 37375 0,'0'0'0'0,"3"6"0"0,5 2 0 0,-1 0-512 15,-1 0-112-15,2-2-16 0,1-2 0 0,-1 0-352 0,0 0-80 0,-1-1-16 0,-7-3 0 0,9 3 1088 16,0-1 400-16,1 0-16 0,1 0 0 0,2-1 832 16,4-1 144-16,-1 0 48 0,4 0 0 0,-1 1-832 15,1 0-144-15,-2-1-48 0,-1-1 0 0,-2 0-608 32,-1-1-128-32,-2-2-32 0,-2-1 0 0,-1-2-864 31,0 0-176-31,-3-2-48 0,2-31-12096 0</inkml:trace>
  <inkml:trace contextRef="#ctx0" brushRef="#br0" timeOffset="28017.53">5488 13829 39167 0,'-3'21'0'0,"1"-1"0"15,4 7 0-15,-2 8 0 0,2 7 0 0,-1 0 0 0,3-3 0 0,-1-5 144 16,-1-5 48-16,-1-4 0 15,2-4 0-15,-2-4-192 16,0-3-272-16,-1-1 64 0,0-1 16 0,0-1-512 31,2 0-112-31,-1-1-16 0,3 2-14000 0</inkml:trace>
  <inkml:trace contextRef="#ctx0" brushRef="#br0" timeOffset="28400.7">5989 14184 39679 0,'13'4'0'0,"-3"0"0"0,4 1 0 0,1-2-464 16,0-2-96-16,1-2-16 0,2-1 0 0,2-1-1280 0,2-2-256 0,-3-1-48 0,1-1-16 0,-4-1 1856 15,-1 0 320-15,-2-2 128 0,-3-2 0 0,-2-2 976 16,-3-3 192-16,0-2 48 0,-3-4 0 0,-1-1-464 31,-2-1-96-31,-2 1-16 0,-2 0 0 0,-2 3-1168 0,-3 1-240 0,0 5-64 0,0 4 0 0,-3 3 512 0,2 2 192 0,-4 3-128 16,0 3 128-16,1 3 432 0,0 3 160 0,0 4 48 15,0 4 0-15,1 6-112 16,0 5-16-16,0 5 0 0,2 4 0 0,-1 1-192 0,2 2-64 0,0-3 0 0,0-2 0 0,1-3 0 16,2-2 0-16,2 0 0 15,4 0 0-15,2 3 64 16,2 2 0-16,1-2 0 0,2-3 0 0,3-3 96 0,0-3 32 0,1-3 0 0,2-6 0 0,-2-2-160 31,-1-1-32-31,0-3 0 0,0-4 0 0,1-7-1328 31,2-6-272-31,1-9-48 0,30-65-16 16,-10 24-1328-16,-6 14-272 0,-5 2-48 0,-6-1-9744 0</inkml:trace>
  <inkml:trace contextRef="#ctx0" brushRef="#br0" timeOffset="28901.21">6596 13410 23295 0,'0'0'0'0,"0"0"0"0,-7-3 864 16,1-1 176-16,-1 0 48 0,0 0 0 0,-1 1-368 0,-2 2-64 0,1 1-16 0,-1 0 0 0,-2 2 208 15,2 1 48-15,-3 2 0 0,3 3 0 0,-3 2-256 16,-2 2-64-16,1 4 0 0,0 3 0 16,-2 7-352-16,1 6-80 15,0 3-16-15,2 2 0 0,0-3-128 0,2-3-176 0,2-6 48 0,5-5 0 0,0-4 256 16,4-4 48-16,2-2 16 0,1-2 0 15,0-2 256-15,4-2 48 0,1-2 16 0,0-3 0 0,2-1-208 16,2-2-48-16,-1-1 0 0,1-2 0 0,-1-4-96 16,2-4-32-16,-1-2 0 0,-1-1 0 0,-1 1-128 15,2-1 0-15,-2 2 0 0,-2 0 0 0,0 2 192 16,2 2 0-16,-2 3 0 0,-1 3 0 0,-7 6 0 16,8-2 0-16,-1 4 0 0,-1 3 0 0,-1 5-192 15,0 5 128-15,-2 4-128 0,2 2 128 0,-2 0-128 16,1-1 128-16,-1-1-128 0,0-3 128 0,-1-2-352 31,1-3-80-31,-1-1-16 0,1-2 0 0,-3-8-864 16,3 6-176-16,-3-6-48 0,5 5 0 0,-5-5-768 31,8 3-144-31,-8-3-48 0,22-23-9488 0</inkml:trace>
  <inkml:trace contextRef="#ctx0" brushRef="#br0" timeOffset="29087.35">6803 13614 28671 0,'9'9'0'0,"-4"-4"0"0,2-1 0 0,3 0 864 16,1-1 176-16,1-1 48 0,1-2 0 0,1-1-368 15,3-2-64-15,-1-1-16 0,4-3 0 0,-1-1-400 16,-1-1-96-16,0-1-16 16,-3-2 0-16,0 1-560 0,0 0-112 0,-4 1-32 15,-1-1 0-15,-2 0-608 0,-4 1-128 0,-3 1-32 0,1 1 0 0,-7 2-2864 16,-3 2-576-16,-4 0-112 0,1 0-1536 15</inkml:trace>
  <inkml:trace contextRef="#ctx0" brushRef="#br0" timeOffset="29908.28">7188 13348 16127 0,'0'0'0'0,"0"0"0"0,0 0 0 0,0 0 960 15,0 0 208-15,0 0 48 0,0 0 0 0,0 0 144 16,0 0 48-16,0 0 0 0,0 0 0 0,0 0-720 16,0 0-144-16,0 0-32 0,0 0 0 0,0 0-512 31,0 0-192-31,0 0 0 0,0 0 0 0,-10 1-368 16,10-1-64-16,-7 2-16 0,7-2 0 0,0 0-256 15,0 0-48-15,0 0-16 0,-8 1 0 0,8-1 64 16,0 0 0-16,-8 1 0 0,8-1 0 0,0 0 192 0,0 0 64 0,-8 1 0 0,8-1 0 0,0 0 400 15,-8 1 96-15,8-1 16 0,0 0 0 0,-9 1 128 16,9-1-128-16,-8 2 128 0,8-2-128 0,0 0 400 16,-8 4 96-16,8-4 16 0,-7 2 0 0,7-2 400 15,-8 4 96-15,8-4 16 0,-5 6 0 0,5-6 400 16,0 0 96-16,-8 6 16 0,8-6 0 0,-6 8-256 0,-1 1-64 0,2 0 0 16,0 0 0-16,-1 2-144 15,-1 3-48-15,2 3 0 0,-2 3 0 0,1 4-352 0,1 3-80 16,0 2-16-16,2-1 0 0,-1-1-256 0,1-2-48 15,0-4-16-15,1-4 0 0,-1-2 0 0,1-3 0 0,1-2 0 0,1-10 0 0,-4 8-128 32,4-8 0-32,0 0 0 0,0 0 0 15,0 0-1456-15,0 0-320 16,0-7-64-16,0-5-16 0,9-9-1840 0,7-10-368 0,-3 0-80 0,-3 1-3152 16</inkml:trace>
  <inkml:trace contextRef="#ctx0" brushRef="#br0" timeOffset="30286.6">7277 13355 33791 0,'0'19'0'0,"-2"-7"0"0,2 0 0 0,-2 2-320 16,-1 0-48-16,0 0-16 0,1-2 0 0,-1 2 0 16,-2 2 0-16,2-1 0 0,-1-2 0 0,1-1 512 15,1-1 112-15,-1-1 16 0,2-2 0 0,-1 0 304 16,2-8 64-16,0 8 16 0,0-8 0 0,2 8-320 15,2-2-48-15,-4-6-16 0,7 3 0 0,1-1 64 16,0-3 0-16,2-1 0 0,-1-1 0 0,0 0-160 16,4-1-32-16,-1 1 0 0,3 0 0 0,0 2-128 15,-1 3 128-15,1 2-128 0,-2 1 128 0,0 2-128 16,-3 2 0-16,-2 2 0 0,-3 0 0 0,-1 2-176 0,-3 1-64 16,-4-1-16-16,-2 0 0 0,-5-1 256 0,-3 0-144 15,-2-1 144-15,0-1-128 0,-1-2 912 0,1-1 192 0,0-2 48 16,1-1 0-16,1 0-368 0,1-1-64 0,1 0-16 0,-1 0 0 0,2-1-576 31,2-3 0-15,0 0-192-16,1-1 64 0,7 2-416 0,-8-4-80 0,2-1-16 0,6 5 0 0,-5-9-1424 31,1-1-304-31,-1-2-48 0,15-33-10912 16</inkml:trace>
  <inkml:trace contextRef="#ctx0" brushRef="#br0" timeOffset="30536.21">7493 13448 26623 0,'0'0'0'0,"5"4"0"0,3 0 0 0,-1-1 144 15,-1 0 48-15,2 0 0 0,1-1 0 0,0 2 960 16,1 1 208-16,2 0 48 0,-1 1 0 0,2 2 144 16,0 2 48-16,1 3 0 0,-3 2 0 0,2 2-672 15,0 1-128-15,-1 2-32 0,-2 1 0 0,0 0-608 16,-1-1-160-16,1-1 0 0,-3-3 0 0,1-1 0 15,2-2-272-15,-2-2 64 0,0-2 16 0,1-1 192 32,-1-3 0-32,-8-5 0 0,0 0 0 0,0 0-768 15,0 0-96-15,0 0-32 0,0 0 0 0,0 0-1424 16,1-10-304-16,-4-1-48 0,0-2-16 0,-4-5-1472 16,1-6-320-16,2-1-48 0,4-1-1872 0</inkml:trace>
  <inkml:trace contextRef="#ctx0" brushRef="#br0" timeOffset="30781.59">7744 13405 32767 0,'-5'12'0'0,"-1"-3"0"0,-1 1 0 0,-1 6-208 0,0 5-48 0,-4 5 0 0,-1 3 0 0,1 4 672 15,1 3 128-15,-1 0 32 0,-2-2 0 0,-1-4 1024 16,0-4 192-16,0-2 64 0,0-4 0 0,-1-3-1184 15,3-2-224-15,3-2-64 0,2-1 0 0,1-2-560 32,-1-3-112-32,2-1-32 0,6-6 0 0,-5 6-1216 31,5-6-256-31,0 0-64 0,-10 2-12976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2:57:48.7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17907 1995 16383 0,'-12'-1'912'0,"2"1"-272"0,0 1-48 0,-1 1-16 16,3 0 0-16,0 3 0 0,1 3 0 0,0 2-256 15,3 3-48-15,0 7-16 0,1 9 0 0,1 9-256 16,2 7 0-16,2 4 0 0,3 5 0 0,1 3 0 15,1 3 0-15,5 0 0 0,2 0 0 0,3 1 0 0,2-1 160 16,4-7-160-16,2-8 128 0,3-8-128 0,3-5-176 16,-3-5 48-16,1-5 0 0,-1-3 128 0,0-3 0 15,-2-6 0-15,2-6 0 0,0-6 176 0,0-5 64 16,1-4 16-16,4-4 0 0,0-4 512 0,3-3 96 0,-1-7 32 0,-4-8 0 0,-3-6-512 16,-3-7-112-16,-4 3-16 0,-5 4 0 0,-1 4 208 15,-5 3 48-15,-2 4 0 0,-3 3 0 0,-3 4-64 16,-4 2 0-16,0 5 0 0,-2 4 0 0,-3 5 112 15,0 3 16-15,-1 4 0 0,-2 5 0 0,0 5-112 16,-3 3-16-16,0 9 0 0,-3 10 0 0,-1 9-256 16,-2 8-48-16,1 6-16 15,0 6 0-15,-1 5 0 0,3 3 0 0,1 6 0 0,2 2 0 0,3 3-128 16,4 2 0-16,1-2 0 0,1-3 0 0,4-3 0 16,2-3 128-16,1-7-128 0,-1-10 128 0,3-9-128 15,0-7 0-15,-2-5 0 0,0-5 0 0,-1-5 240 16,1-4 16-16,-3-2 0 0,0-3 0 0,0-2-112 15,-1-2-16 1,1-8 0-16,0 0 0 0,0 0-1168 0,0 0-240 0,-2-8-64 0,2-5 0 0,0-6-400 16,3-4-96-16,1-7-16 15,2-8 0-15,2-8-3264 0,2-6-672 0,0-4-128 0,-3-4-32 0</inkml:trace>
  <inkml:trace contextRef="#ctx0" brushRef="#br0" timeOffset="236.81">18746 2425 22015 0,'20'3'2352'0,"0"1"-704"0,1 0-144 0,4 1-640 0,-1 0-128 0,1 0-32 16,0 0 0-16,-1-1-560 0,-1 0-144 0,0-1 0 15,4-1 0-15,0-1 0 0,1-1 128 16,0 0-128-16,2 1 128 0,-1 0 0 0,1 0 0 0,0 0 0 0,-4 1 0 0,-2 0-128 31,-1 0 0-31,-3 1 0 0,-1 0-176 0,-2 1-976 16,-3 0-208-16,-2 1-48 0,-1 1 0 0,-4 0-1472 15,1 0-320-15,-4 3-48 0,-3 2-3728 0</inkml:trace>
  <inkml:trace contextRef="#ctx0" brushRef="#br0" timeOffset="394.4">19113 2957 26111 0,'29'7'1728'0,"-1"-2"-512"0,3-2-96 0,-1-2-848 16,1-2-272-16,-1-3 160 0,-1-3-160 0,-2-3 240 15,-2-2-48-15,3-2 0 0,2-1 0 0,1-2-1888 16,3-1-384-16,1-2-80 0,1-3-8256 0</inkml:trace>
  <inkml:trace contextRef="#ctx0" brushRef="#br0" timeOffset="957.25">20322 2100 18687 0,'-13'-1'1840'0,"-1"1"-560"0,1 2-96 0,0 2-432 16,2 1-96-16,-2 3-16 0,-1 3 0 0,1 4 0 15,0 3 0-15,-2 4 0 0,-3 4 0 0,0 3-304 16,-1 4-64-16,-3 1-16 0,1 0 0 0,-2 0-256 16,0 0-144-16,1 3 16 0,4 3 0 0,4 4 128 15,0 2-128-15,6-4 128 0,3-6-128 0,2-5 128 16,5-6-128-16,1-4 128 0,5-4-128 0,2-4 0 16,2-2 0-16,2-5 0 0,4-3 0 0,0-4 256 15,2-3 48-15,2-5 16 0,-1-7 0 0,-1-4 0 16,-1-5 0-16,1-4 0 0,-2-3 0 0,0-3-64 15,-1-3 0-15,-1 3 0 0,0 4 0 0,-1 4 320 16,0 3 48-16,-2 3 16 0,0 3 0 0,-3 2-208 0,0 3-48 16,-2 3 0-16,-1 3 0 0,-2 3 0 0,-5 4 0 15,3 3 0-15,0 5 0 0,-1 4 64 0,-2 3 0 16,-2 7 0-16,1 8 0 0,-3 7 0 0,1 6 0 0,1 0 0 16,-1-2 0-16,3-1-320 0,0-2 160 0,2-4-160 0,1-4 128 0,4-3-128 31,1-4-176-31,2-2 48 0,3-2 0 0,2-2-1232 15,1-1-240-15,4-3-64 0,-1-3 0 0,4-4-1216 16,0-2-256-16,0-3-64 0,3-2-5472 0</inkml:trace>
  <inkml:trace contextRef="#ctx0" brushRef="#br0" timeOffset="1207.32">21004 2579 24319 0,'9'1'3264'0,"0"-2"-960"0,3-1-208 0,1-2-960 15,0-1-192-15,2-1-48 0,3-2 0 0,0-1-560 16,0-1-112-16,3 0-32 0,2 0 0 0,-2 0-192 16,2 1 0-16,0 1 0 0,-2 0-160 0,-1 1 160 15,-2 0 0-15,0 0 0 0,-3 0 0 0,0 0-1616 31,-2-1-304-31,-1 0-48 0,7-15-10688 0</inkml:trace>
  <inkml:trace contextRef="#ctx0" brushRef="#br0" timeOffset="1372.52">21391 2252 22527 0,'0'42'2144'0,"0"0"-640"0,0 1-128 0,0 1-688 16,0 0-144-16,2-2-32 0,0-2 0 15,1-2-304 1,0-1-64-16,2-5-16 0,2-5 0 0,-1-5-608 16,1-4-128-16,1-4-32 0,3-5 0 0,1-3-2304 15,3-4-448-15,0-7-112 0,1-7-4128 0</inkml:trace>
  <inkml:trace contextRef="#ctx0" brushRef="#br0" timeOffset="1757.81">21929 1886 22783 0,'-5'41'1632'0,"-3"3"-480"0,0 4-112 0,0 3-784 16,-2 3-256-16,3-3 160 0,-1-5-160 0,3-4 128 15,2-5-128-15,-2-4 128 0,3-4-128 0,2-5 128 16,0-3-128-16,0-3 128 0,2-4-128 0,1-3 0 15,2-3-224-15,3-3 32 0,4-3 0 0,6-3 192 16,2-3-144-16,3-1 144 0,3-1-128 0,5 0 256 16,2-1 48-16,-2 0 16 0,0 1 0 0,-3 2 256 0,-1 0 48 0,-3 2 16 15,-2 3 0-15,-3 1 48 16,1 2 16-16,-4 3 0 0,-4 3 0 0,-1 3-64 0,-4 2 0 0,-4 6 0 16,-3 5 0-16,-3 6-192 0,-4 5-64 15,-4 0 0-15,-1-1 0 0,-4-1 64 0,0-2 0 0,-7-2 0 16,-5-2 0-16,-5-4-160 0,-5-2-32 0,2-1 0 0,0-1 0 15,1 0 0 1,2-1 0-16,5-3 0 0,2-4 0 0,5-4-864 16,5-3-176-16,2-4-48 0,3-6 0 0,1-4-1328 31,5-5-272-31,3-3-48 0,35-45-8080 0</inkml:trace>
  <inkml:trace contextRef="#ctx0" brushRef="#br0" timeOffset="2008.59">22449 2302 21503 0,'0'0'2864'0,"0"0"-864"0,5 3-160 0,0 0-496 16,0 0-112-16,3 2-16 0,1 2 0 0,0 2-400 16,4 1-96-16,-1 2-16 0,1 3 0 0,0 2-352 15,2 2-80-15,1 1-16 0,-1 3 0 0,2 1-256 16,-1 2 0-16,4 2 0 0,3 1 0 0,3 2 0 15,2 1 0-15,3-3 0 0,2-3-144 0,0-4 144 16,1-3-128-16,-2-3 128 0,-3-3-128 0,-1-2-1024 16,-3-3-208-16,-2-1-48 0,-2-4 0 0,-1-3-48 15,-1-2-16-15,-1-4 0 0,0-3 0 0,3-3-1328 16,2-4-272-16,-1-4-48 0,1-3-3872 0</inkml:trace>
  <inkml:trace contextRef="#ctx0" brushRef="#br0" timeOffset="2204.57">23140 2003 24319 0,'-25'34'1728'16,"-6"5"-512"-16,-2 7-96 0,-4 7-288 0,-4 4-48 0,0 4-16 0,-5 2 0 0,0 2-256 15,-3 2-48-15,1 1-16 0,7-9 0 0,5-7-448 31,7-7 0-31,2-6 0 0,4-4 0 0,4-7-1648 0,2-4-416 16,2-1-96-16,4-1-9072 0</inkml:trace>
  <inkml:trace contextRef="#ctx0" brushRef="#br0" timeOffset="5702.86">22686 3308 15359 0,'0'0'0'0,"0"0"0"0,6 3 0 0,3-1 1632 0,0-1 336 0,3-1 64 0,1 0 16 0,3-1-576 15,3-1-96-15,2-1-32 0,0-1 0 0,4 0-960 16,0 1-208-16,-2 0-48 0,-4 0 0 0,1 1-128 16,-2 0 128-1,-5 0-128-15,-1-1 128 0,-2 2 0 0,-1 1 0 0,-2 0 0 0,-7 0 0 0,0 0 0 16,0 0 0-16,0 0 0 0,0 0 0 0,0 0 320 16,-8 4 48-16,-4 1 16 0,-3 0 0 0,-6 3-320 15,-4 3-48-15,-9 3-16 0,-5 3 0 16,-3 4 112-16,-2 4 16 0,5-1 0 0,3-1 0 0,1 1 0 15,2 1 0-15,-4-2 0 0,-3-3 0 0,-1-2-64 16,0-1 0-16,6-3 0 0,3-2 0 16,6-1-192-16,6 0 0 0,5-1 0 0,4-2-160 0,11-8-80 15,0 0-16-15,8 8 0 0,5-4 0 0,7-1-96 16,10-2-32-16,5-2 0 0,3-3 0 0,3-1 384 16,0-1 0-16,0-1 0 0,-5-2 0 0,5-1 0 15,8 0-176-15,1 0 176 0,2-1-128 16,-6 0 128-16,-3-2-128 0,-7 0 128 0,-6 1-128 0,-7 1 128 15,-5 1 0-15,-5 2 0 0,-5 2 0 0,-2 1 224 16,-6 5 80-16,0 0 16 0,-3-7 0 0,3 7 144 16,-13-1 48-16,-2 3 0 0,-4 2 0 0,-8 4-256 0,-7 2-64 15,-5 1 0-15,-4-1 0 0,2 0-192 0,0-1-160 0,3-1 32 16,8-2 0-16,2 1 128 16,2-1-128-1,3 0 128-15,2-2-128 0,1 0-416 16,2 0-80-16,3-1-16 0,1-3 0 0,4-1-656 0,10 1-144 0,0 0-32 0,0 0 0 0,1-7-1584 15,6 0-320-15,6-5-64 0,2-5-4160 0</inkml:trace>
  <inkml:trace contextRef="#ctx0" brushRef="#br0" timeOffset="9576.54">21168 4409 14847 0,'0'0'0'0,"0"0"0"0,8-2 0 0,-8 2 1840 16,7-3 368-16,-1 1 80 0,1 1 16 0,-7 1-720 15,0 0-144-15,0 0-32 0,6-2 0 0,-6 2-400 16,0 0-96-16,5 4-16 0,2 1 0 0,-4 4-512 16,2 4-96-16,0 2-32 0,2 1 0 0,-1 4-256 0,2 2 0 15,2 4 0-15,0 4 0 0,0 1 0 16,1 2-144 0,1-3 16-16,1-4 0 0,0-3-464 0,-5-4-96 15,1-4-16-15,0-3 0 0,0-3-352 16,1-4-80-1,-1-2-16-15,19-18-10080 0</inkml:trace>
  <inkml:trace contextRef="#ctx0" brushRef="#br0" timeOffset="9786.4">21639 4482 19455 0,'-11'11'0'0,"1"-2"0"0,-2 2 0 0,-4 4 1216 16,0 4 256-16,-3 4 64 0,-2 5 0 0,1 6-464 15,-3 2-96-15,5-2-16 0,0-4 0 0,-1-1-192 16,-1 0-64-16,0-4 0 0,1-3 0 0,-3-3-400 16,-1-3-96-16,2-3-16 0,-1-3 0 0,3-1-192 31,1-3-256-31,1-2 48 0,4-4 16 0,0-1-1536 16,5-1-320-16,1-2-48 0,7 4-16 0,3-10-2560 15,7-2-512-15,-1-4-96 0,-3-5 1072 0</inkml:trace>
  <inkml:trace contextRef="#ctx0" brushRef="#br0" timeOffset="10078.76">22016 4514 22271 0,'-9'38'0'0,"2"-8"0"0,-1 8 0 0,0-1 864 15,-1-1 176-15,1-6 48 0,1-6 0 0,-1-4-720 16,3-4-144-16,-1-4-32 0,-1-3 0 0,2-2 0 31,5-7 0-31,-5 5 0 0,5-5 0 0,0 0-912 31,-9 0-192-31,9 0-48 0,11-51-9344 0</inkml:trace>
  <inkml:trace contextRef="#ctx0" brushRef="#br0" timeOffset="10433.58">21849 4380 19967 0,'-7'12'0'0,"2"-3"0"0,-1 0 0 0,-1 0 704 15,-1 0 160-15,3-2 32 0,5-7 0 0,-5 6-416 16,5-6-80-16,0 0-16 0,0 0 0 0,0 0-192 16,0 0-64-16,0 0 0 0,0 0 0 0,0 0 112 15,0 0 16-15,3-8 0 0,4-1 0 0,1-1-256 16,0-1 0-16,2-2 0 0,2-2 0 0,4-5 304 16,4-6 16-16,5-4 0 0,2-3 0 0,3-3 48 15,3-3 16-15,-2 6 0 0,0 4 0 0,-3 6-160 0,-6 4-32 16,-3 4 0-16,-1 2 0 0,-3 4 64 0,-3 4 0 15,-3 1 0-15,-2 0 0 0,-7 4 0 0,0 0 0 16,5 6 0-16,0 1 0 0,-3 3 0 0,-1 4 0 0,-1 2 0 0,-1 2 0 0,-1 3-256 16,0 3 144-16,-1 2-144 0,1 1 128 0,-1-1 64 15,0-1 0-15,1-3 0 0,0-2 0 0,2-3-192 32,2-3-176-32,1-2 48 0,2-2 0 15,-3-2-768-15,-2-8-160 0,0 0-32 0,6 6 0 0,-6-6-1280 16,0 0-256-16,9 5-48 0,2-1-6416 0</inkml:trace>
  <inkml:trace contextRef="#ctx0" brushRef="#br0" timeOffset="10721.34">23046 4035 30719 0,'-6'20'0'0,"-1"-3"0"0,0 5 0 0,-3 8 400 0,0 8 96 16,-1 5 16-16,-1 4 0 0,1-1-64 0,-1-4 0 0,-1-4 0 0,0-5 0 0,1-3-448 16,2-2 0-16,2 0 0 0,3 1 0 15,0 1 0 1,2 0 0-16,1 1 0 15,-1-4 0-15,3-2-576 16,0-2-192-16,0-4-64 16,-5-4-12160-16</inkml:trace>
  <inkml:trace contextRef="#ctx0" brushRef="#br0" timeOffset="11526.71">21060 4655 19455 0,'0'0'0'0,"0"0"0"0,0 0 0 0,0 0 656 16,-5-5 144-16,5 5 32 0,-3-7 0 0,3 7-256 15,-2-8-64-15,2 8 0 0,-1-7 0 0,1 7-512 16,-2-7 0-16,2 7 0 0,0-7 0 0,0 7 0 16,0 0 0-16,0 0 0 0,0 0 0 0,0 0 0 15,0 0-192-15,0 0 0 0,0 0 0 0,0 0 192 16,0 0 0-16,0 0 0 0,5-4 0 0,-5 4 0 16,0 0 256-16,8-2-48 0,-1 1-16 0,-7 1-192 15,8-2 0-15,0-1 0 0,0-1 0 0,2 0 0 16,0 0 144-16,0-1-144 0,1 0 128 0,-1-1-128 15,3 0-272-15,0 1 64 0,-2 0 16 0,2 0 192 16,-1 0 0-16,1 1 0 0,0 1 0 0,0 0 0 16,-1 1 0-16,-1 1 0 0,-1 0 160 0,0 2-160 15,0 1 0-15,-2 1 0 0,0 1 0 0,-1 2 240 0,1 2 16 16,-1 4 0-16,-1 3 0 0,1 4 448 0,3 3 112 16,0 1 16-16,0 1 0 0,-2 0 0 0,0 0 0 0,-2 0 0 0,1-1 0 0,1-1-368 15,-3-1-64 1,2 0-16-16,-2-1 0 0,-2-2 64 0,0-2 0 15,1-1 0-15,0-1 0 0,-2-1-256 0,1-2-64 0,-1-1 0 16,0-2 0-16,-2-8-128 16,0 0 0-16,0 0 0 0,0 0 0 15,0 0-528-15,0 0-144 0,1-7-32 0,-1-3 0 16,0-1-1840-16,0-2-368 0,2 0-80 0,-2 1-16 0,5-2-1680 0,3-2-352 0,0-2-64 0,4-3-16 0</inkml:trace>
  <inkml:trace contextRef="#ctx0" brushRef="#br0" timeOffset="11724.34">21560 4625 26623 0,'0'0'0'0,"-8"8"0"0,0 0 0 0,0 2 1472 15,-4 1 320-15,1 3 48 0,-2 1 16 0,-1 2-928 16,0 1-176-16,-1 1-48 0,0 1 0 0,0 1-96 16,-3 2-32-16,-3 0 0 0,-4-3 0 0,-1-1-304 15,-3-1-64-15,-1 0-16 0,0 0 0 0,2 0-192 31,2 0-160-31,3-2 32 0,2-1 0 0,5-2-1088 32,1-3-192-32,5-2-64 0,10-8-12816 0</inkml:trace>
  <inkml:trace contextRef="#ctx0" brushRef="#br0" timeOffset="12417.81">22753 4363 22015 0,'0'0'0'0,"0"0"0"0,0 0 0 0,0 0 304 16,0 0 64-16,0 0 16 0,0 0 0 0,0 0 256 15,0 0 48-15,0 0 16 0,0 0 0 0,0 0-256 0,0 0-64 16,0 0 0-16,0 0 0 0,3-5 0 0,4-2 0 15,0-2 0-15,1-2 0 0,2-3-144 0,3-4-48 0,0-1 0 0,0-3 0 0,0-1 208 16,4-2 48-16,-3 1 0 0,0 1 0 0,-1 3-64 16,0 1 0-16,-2 3 0 0,-1 1 0 0,-2 2-144 15,1 2-48-15,-3 1 0 16,-1 1 0-16,0 2-192 0,-5 7 144 0,0 0-144 0,0 0 128 16,0 0-128-16,0 0 0 15,0 0 0-15,0 0 0 0,0 0 0 0,0 0 0 0,0 9 0 0,0 1 0 0,-2 3 0 16,-1 2 128-16,0 5-128 0,-1 4 128 0,0 6-128 15,0 5-176-15,1 2 48 0,1 1 0 0,-1-4 128 16,0-5-128-16,0-3 128 0,1-3-128 0,0-2 128 31,-1-2-128-31,1-1 128 0,-1-2-128 0,1-2-768 16,1-2-160-16,-3-1-32 0,1-1 0 0,-2 0-560 31,2 0-112-31,-2 0-32 0,-5 16-8192 0</inkml:trace>
  <inkml:trace contextRef="#ctx0" brushRef="#br0" timeOffset="12631.56">22729 4747 24831 0,'9'5'0'0,"-2"-3"0"0,4-1 0 0,6-1 1216 16,3 0 256-16,3-2 64 0,1-1 0 0,2-2-320 15,1-2-48-15,-3 0-16 0,-1-1 0 0,-3 0-816 16,-2-1-160-16,-5 0-48 0,0 0 0 0,-3 1-128 31,0 0-176-31,1 1 48 0,-3 1 0 0,-1 1-672 0,-1 0-128 0,1 2-32 0,-7 3 0 0,7-1-512 16,-7 1-96-16,0 0-32 0,6 6 0 0,-1 2-1216 15,-3 1-256-15,-1 4-64 0,3 4-3856 0</inkml:trace>
  <inkml:trace contextRef="#ctx0" brushRef="#br0" timeOffset="13310.29">21202 5412 28415 0,'0'0'0'0,"0"0"0"0,0 0 0 0,0 0 1072 0,0 9 208 0,-1 5 64 0,-1 5 0 0,0 7-624 16,-2 5-112-16,0 1-32 0,-1-1 0 0,0 1-304 16,0 0-64-16,1 1-16 0,0 1 0 15,2 4-192-15,0 4 0 0,4-1 0 0,2-1-160 0,2-6 160 16,1-5-128-1,1-6 128-15,2-6-128 0,3-3 128 0,0-4-128 0,1-3 128 0,2-5-128 0,0-2 128 16,4-2-128-16,-2-4 128 0,0-3-128 0,0-4 128 16,-1-3 176-16,-2-2-48 0,-1-3 0 0,-1-2-128 15,1-1 0-15,-1 0 0 0,0-1 0 0,0 2 0 16,0 2 128-16,0 3-128 0,2 3 128 16,-3 3 0-16,-1 4 0 0,-3 3 0 15,0 2 0-15,-8 3-128 0,0 0 0 0,4 9 0 0,-4 5 0 0,-4 9 448 16,1 9 48-16,-5 8 16 0,1 7 0 0,-2-2-208 15,-3-3-48-15,2-2 0 0,0-2 0 0,-1 4-256 16,-1 6 0-16,-1 6 0 0,3 4 0 0,0-4 0 16,1-5 160-16,0-7-160 0,1-8 128 0,2-3-128 15,1-6 128-15,0-4-128 0,0-4 128 0,-2-3-128 32,2-5 0-32,0-3 0 0,5-6-176 0,0 0-1296 15,-8-4-256-15,5-5-48 0,5-3-16 0,1-4-2096 16,3-3-416-16,4-5-96 0,7-6-4496 0</inkml:trace>
  <inkml:trace contextRef="#ctx0" brushRef="#br0" timeOffset="13597.1">21832 6166 18175 0,'-1'29'0'0,"-1"-9"0"16,-1 1 0-16,0 0 656 0,1-2 144 0,2-3 32 0,0-3 0 0,2-3-672 15,-1-2-160-15,-1-8 0 0,0 0 0 0,0 0 848 16,0 0 144-16,0 0 32 0,4-9 0 0,0-5 144 16,0-5 48-16,-1-4 0 0,0-4 0 0,1 0-464 15,0 1-96-15,-2 1-16 0,1 1 0 0,1 1-144 16,-1 1-48-16,0 0 0 0,-1-1 0 0,1-2-448 16,0-3 0-16,-1-3 0 0,1-5 0 0,2 0 0 15,0-1 0-15,2 3-208 0,-1 5 64 0,-1 5 144 31,2 5-128-31,-1 3 128 0,-1 2-128 0,2 4-720 16,-1 2-144-16,-1 1-32 0,0 2 0 0,-5 5-1376 16,0 0-288-16,0 0-48 0,0 0-6480 0</inkml:trace>
  <inkml:trace contextRef="#ctx0" brushRef="#br0" timeOffset="13916.73">21859 5770 20735 0,'0'0'0'0,"0"0"0"0,0 0 0 0,0 0 960 0,3-9 208 16,0 0 48-16,1 0 0 0,0 0-368 0,1-1-64 0,0 0-16 0,2-1 0 15,1 0-144-15,2-2-48 0,-2-1 0 16,2 0 0-16,1-1-448 0,-1 0-128 0,3-2 0 16,-1-2 0-16,1-3 0 0,0-4 128 0,0 0-128 15,1 1 128-15,-1 2-128 0,-2 3 0 0,-1 5-128 0,0 6 128 16,-2 3 0-16,-3 2 224 0,-5 4-32 0,8 6 0 0,-3 6 160 15,-2 6 32-15,-1 6 0 0,-2 5 0 0,0 1 0 16,-1 0 0-16,-3-2 0 0,-1-2 0 0,0-2-208 16,0-3-48-16,2-1 0 0,1-1 0 0,1 0-128 31,-1 0 128-31,4-2-128 0,0 0 128 0,1-2-1024 16,0-2-192-16,2-3-64 0,-2-3 0 0,5-2-2192 15,2-2-448-15,2-4-96 0,-1-4-4592 0</inkml:trace>
  <inkml:trace contextRef="#ctx0" brushRef="#br0" timeOffset="14432.33">22927 5402 26111 0,'-1'18'0'0,"-1"-2"0"0,-3 4 0 0,0 4 1216 15,-3 3 256-15,-4 1 64 0,-2 0 0 0,-3-1-1024 16,1-2-208-16,-2 1-48 0,-2 0 0 0,0 4 160 16,-1 4 32-16,3 5 0 0,0 4 0 0,1 0-448 0,3-3 0 15,0-7 0-15,3-7 0 0,1-4-224 0,3-3 80 16,-1-3 16-16,3-2 0 0,0-4 304 0,2-2 64 0,3-8 16 0,0 0 0 16,0 8-256-16,0-8 0 0,0 0 0 0,0 0-160 15,0 0 160-15,10 0-128 0,3-2 128 16,0-2-128-16,2-2 448 0,5-1 112 15,1-2 16-15,2-2 0 0,5 0-208 0,0 0-48 0,2-1 0 0,-1 0 0 0,-3 1-192 16,-1 1 144-16,-2 2-144 0,-3 1 128 0,-4 4-128 16,-1 3 128-16,0 4-128 0,-4 3 128 0,0 4-128 15,-1 3 0-15,-2 2 0 0,-1-1 0 0,-4 2 240 16,0 3 16-16,-1-1 0 0,1-3 0 0,-6 3 0 16,-2 3 0-16,-2 1 0 0,-1 1 0 0,-2 1 0 15,-4 1 0-15,-1-1 0 0,-1-1 0 0,-2-1 256 16,-5-2 48-16,-2-3 16 0,-3-3 0 15,-3-4-160-15,2-4-32 0,-3-3 0 0,1-3 0 0,3-2-192 16,2-3-64-16,3-2 0 0,3-1 0 0,2-2-128 31,5-3 128-31,0 0-128 0,1-1 128 0,1-1-512 16,4-1-96-16,1-1-32 0,-2-1 0 0,3 1-608 16,1 1-128-16,4 1-32 0,0 0 0 0,2 2-448 31,1 2-112-31,1 1-16 0,28-3-11648 0</inkml:trace>
  <inkml:trace contextRef="#ctx0" brushRef="#br0" timeOffset="48339.58">6743 7593 17151 0,'0'0'0'0,"0"0"0"0,0 0 0 0,0 0-208 15,-6-6-48-15,-1-2 0 0,-3-2 0 0,-3-2-1120 0,-3-2-224 0,-2-2-64 0,0-2 0 0,-2-1 1344 16,-1-2 320-16,-1 1 0 0,3 1 0 0,-1 1 0 16,2 2 0-16,0 2 0 0,1 1 0 0,-1 1 240 15,2-1 112-15,-4 1 32 0,1 0 0 0,-4 0-256 16,-4 1-128-16,-4 1 128 0,-5 1-128 0,-2 0 640 15,-6 0 48-15,3-1 16 0,2 0 0 0,3 1-416 16,0 1-80-16,-4 0-16 0,-6 1 0 0,-6-2-48 16,-9-2-16-16,3-1 0 0,1-2 0 0,6-2 416 15,5-1 80-15,-8-2 16 0,-9-1 0 0,-3 2-64 16,-2 0 0-16,4 1 0 0,9 1 0 0,-10 1-96 16,-12-1-32-16,2 4 0 0,0 5 0 0,4 0-192 15,7-2-64-15,-8 3 0 0,-9 2 0 0,4 4 320 16,7 5 48-16,2 0 16 0,1 0 0 0,-8 6-576 0,-10 6 0 15,7 8 0-15,11 5 0 0,-3 7 0 0,-8 3 0 0,1-1-192 0,-2-4 48 0,6 0 144 16,9 0 0-16,-3 3 0 16,-7 1 0-16,-2 15 0 0,2 15 0 15,7-2 128-15,9-7-128 0,-4-3 0 0,-8-4 0 0,4 11 0 0,2 13 0 0,8-3 0 16,12-6-128-16,8-6 0 0,5-6 0 0,1 9 304 16,4 12 64-16,3-4 16 15,3-8 0-15,4-6 48 0,4-6 16 0,7 11 0 0,5 12 0 0,4-2-64 16,5-4 0-16,3-8 0 0,4-10 0 0,3 7-96 15,0 7-32-15,4-1 0 0,5-1 0 0,8-7 256 16,10-9 64-16,10-6 0 0,6-6 0 16,-2 3-160-16,-4 5-32 0,5 1 0 0,5 1 0 15,8-3-96-15,8-3-32 0,-3-6 0 0,-9-6 0 0,14-3-128 16,16-4 128-16,-7-3-128 0,-11-2 128 0,12-4 0 16,18-4 0-16,-9-3 0 0,-11-2 0 0,14-1-304 15,14-1-64-15,-7-3-16 0,-14-4 0 0,11-1 256 16,8-1 160-16,-5-1-32 0,-9-2 0 0,2-1 112 15,4-2 16-15,-5 0 0 0,-5 0 0 0,3-8-416 16,7-8-80-16,-6-5-16 0,-7-3 0 0,0 1 464 16,2 2 96-16,-10 2 16 0,-12 1 0 0,5 2-320 15,7 1 0-15,-10-4 0 0,-12-6 0 0,-9-10 416 16,-6-11 32-16,3 2 0 0,1 5 0 0,0 4 48 16,-3 4 16-16,-9-7 0 0,-10-6 0 0,-6-6-368 15,-5-7-144-15,-5 6 128 0,-8 8-128 0,-2-4 128 16,-4-6-128-16,-4-6 128 0,-4-5-128 0,-5 6 0 15,-4 10-224-15,-7-6 32 0,-7-8 0 0,-10-2-64 0,-9-1 0 0,-3 10 0 0,-1 11 0 0,4-6 256 16,2-10-144-16,-8 1 144 0,-7 2-128 0,-9 10-208 16,-9 9-48-16,7 2 0 15,6 0 0-15,-14-6 208 0,-15-8 48 16,3 8 0-16,8 9 0 0,-13 8-160 0,-14 6-32 0,1 6 0 0,8 5 0 0,-14 4 112 31,-15 3 16-15,1 4 0-16,5 4 0 0,-7 5-464 0,-4 3-96 0,-7 6-16 0,-10 4 0 0,-7 5-704 15,-9 3-160-15,1 10-32 0,2 10 0 0,-2 13-2304 16,-7 14-448-16,2-6-112 0,0-8 480 0</inkml:trace>
  <inkml:trace contextRef="#ctx0" brushRef="#br0" timeOffset="55174.63">8180 9124 8191 0,'0'0'0'0,"-3"-6"0"0,-2-1 0 0,3 0 1216 16,-1 0 256-16,2 0 64 0,-1 0 0 0,0 0-368 15,2-1-64-15,0 1-16 0,0 7 0 0,0-7 160 16,0 7 32-16,0 0 0 0,4-6 0 0,-4 6-368 16,4-4-64-16,3 1-16 0,4 1 0 0,4 1-304 15,5 1-64-15,6 1-16 0,9 1 0 0,4 2-448 16,7 2 0-16,3-2 0 0,6-5 0 0,17 1 656 16,21 2 48-16,-1 0 0 0,-4 1 0 0,14 2-464 15,17 2-96-15,-1-2-16 0,-5-3 0 0,3 0-128 16,2 1 0-16,4-4 0 0,4-4 0 0,-11 0 0 0,-11-1-176 15,2-2 48-15,6-1 0 0,-14 2-64 0,-14 1 0 16,-4 0 0-16,-4-1 0 0,-4 2 192 0,-3 2-128 16,-14 3 128-16,-14 3-128 0,-9 0 128 0,-9-1-128 0,-10 1 128 0,-7 0-128 0,-6-3 128 15,-8 3 0-15,-15 2 0 0,-13 1 0 16,-15 3 0-16,-16 4 0 16,-3 1 128-16,1 0-128 0,-20 1 432 0,-21 2 16 0,0 0 0 0,3-1 0 0,-9-1-160 15,-7-1-32-15,-5 0 0 0,-2-1 0 0,9-1 160 16,11-1 32-16,-5-2 0 15,-6-1 0-15,11 0 256 0,11 1 48 0,1-2 16 0,-5-2 0 16,14 0-512-16,15 1-112 0,10 0-16 0,5-2 0 0,8-2-128 16,4 0 0-16,9-2 0 0,10-1 0 0,7 1 0 15,7 0 0-15,6 0 0 0,8 0 0 0,0 0 192 16,18-2 0-16,9 0 0 0,10-1 0 0,4-1-192 16,7-3 128-16,9 1-128 0,11 0 128 0,12 0-128 15,12 0 0-15,5 1 0 0,1 0 0 0,4 1 0 16,3-1-272-16,3 2 64 0,-1 2 16 0,-1 0 192 15,-9-1-144-15,-5 1 144 0,-5 1-128 0,-3 1 128 16,-2 1 0-16,-15-2 0 0,-16-1 0 0,-10 1 0 16,-10 0 0-16,-8 0 128 0,-7-1-128 0,-6 1 224 15,-10 0-32-15,0 0 0 0,0 0 0 0,-13 4 208 16,-5-2 48-16,-16 2 0 0,-16 1 0 16,-18-1-320-16,-13-2-128 0,-6 1 128 0,-1 1-128 0,-11 0 0 15,-12-1 0-15,-5-1-224 0,-1-1 80 0,7-1 368 16,3 0 80-16,-1 2 16 0,-4 1 0 0,11-1-320 15,14-2 160-15,8 1-160 0,7 0 128 0,4 1-128 16,3 0 128-16,11-1-128 0,12-1 128 0,10 0-128 0,9 1 0 16,8 1 0-16,5-1 0 0,10-1 0 0,0 0-176 0,11 2 48 0,12 0 0 15,12 0-160-15,14-2-32 16,7-1 0-16,2 0 0 0,7 0 320 0,12 0-160 16,7 1 160-16,8 0-128 0,6 2 128 0,1 2 0 0,4-1 128 0,5-1-128 0,3 0 0 15,2 1 0-15,-4 0 0 0,-4 0-128 0,5-2 0 16,7-2 0-16,-12 0 0 0,-15 1 0 0,2-1 128 15,0-1 0-15,-7 1 0 16,-8 0 0-16,-13 0 0 0,-16-2 176 0,-12 2-48 0,-6 1 0 0,-11 0-128 16,-7-1 128-16,-4 0-128 0,-8 1 128 15,0 0 160-15,-13 0 32 0,-12 0 0 16,-7-1 0-16,-24 2-320 0,-25 1-144 0,-1 0 16 0,0 0 0 0,-20 1-160 16,-22 2-32-16,2-2 0 0,3-1 0 0,-3 1 320 15,-1 1 0-15,-6-1 0 0,-3-1 144 0,14 2 48 16,15 1 0-16,-3-1 0 0,-8-1 0 0,17 0 96 15,15-1 32-15,3 0 0 0,0 0 0 0,6 1-320 16,4 1 0-16,14 1 0 0,14 1 0 0,10-3 0 16,9-4 160-16,5 0-160 0,9 0 128 0,8 1-128 15,0 0 128-15,0 0-128 0,10-1 128 0,11-2-352 16,13-3-80-16,11 0-16 0,10 0 0 0,4 1 160 16,2 1 32-16,3-1 0 0,2-2 0 0,10 1-160 31,12 1-32-31,-9 1 0 0,-6 1 0 0,6 0-192 15,13-1-64-15,-5 1 0 0,-8 1 0 0,0-1-400 16,1-1-96-16,3 1-16 0,1-1 0 0,-7 1 416 0,-11 0 80 0,5-1 16 0,4 0 0 0,2 0 352 0,-3-1 80 0,-8 0 16 0,-6 1 0 16,-1 1 128-1,2 1 176-15,-2 0-48 0,-1 1 0 0,-9 0-128 0,-6 0-176 0,-9 0 48 16,-4-1 0-16,-7 1 128 0,-5 1 176 0,-5 1-48 0,-3 0 0 16,-4 1 0-16,-6-2 0 0,0 0 0 0,0 0 0 15,0 0 160-15,0 0 32 0,0 0 0 0,0 0 0 0,0 0 192 16,0 0 64-16,0 0 0 15,-8-5 0-15,2 1 144 0,-1 0 48 0,7 4 0 0,-7-6 0 0,3-1-368 16,0-1-64-16,1 0-16 0,1-2 0 0,1-1-96 16,-1-2-32-16,2-1 0 0,3-2 0 15,-1-1-192-15,5-1 0 0,-1-1 0 0,2-1-160 0,1 1 160 16,0 0-128-16,1 3 128 0,0 1-128 0,0 1 128 16,0 1 0-16,-2 2 0 0,2 1 0 0,-2 0 0 15,2-1 0-15,0 1 0 0,0 0 0 0,2 0-128 16,4 1 0-16,1 0 0 15,1-1 0-15,5 1 128 0,2-1-128 0,-1 0 128 0,-1 0-128 0,0-1 0 16,-1-1 0-16,-3-1 0 0,-1 0 0 0,-3 0 128 16,-2 0 0-16,-1 0 0 0,-1 1 0 0,-1 1 0 15,-2 1 0-15,-1 0 128 0,0 1-128 0,-3 0 0 16,-2-1 0-16,1 0 0 0,1 0 0 0,-3 0 176 16,-1-1-48-16,0 1 0 0,0-1 0 0,-3 1 0 15,1 1 0-15,2 0 0 0,0 1 0 0,0-1-128 16,-3 0 0-16,3-1 0 0,0-1-176 0,0-1 176 15,-2-1 176-15,1-1-48 0,1-3 0 0,0-3 64 16,-2-3 0-16,4-4 0 0,-1-4 0 0,1-3-192 0,-4-2 128 0,2 1-128 0,2 3 128 0,-2 3-128 16,0 1 0-16,0 2 0 0,2 0 0 15,-4 0 0-15,0-3-176 16,-1-3 48-16,1-4 0 0,-1-2 128 0,0-2 0 0,0 2 128 0,-1 2-128 16,-1 3 0-16,-1 3 0 0,1 2 0 0,2 2-128 0,-1 0 128 15,-1 1 0-15,1-2 0 0,2-1 0 0,-3-2 0 16,0-3 0-16,0 0 0 0,0 0 0 0,0 3 0 15,0 2-128-15,0 3 128 0,-3 3-128 0,0 3 128 16,0 3 0-16,-1 1 128 0,0 1-128 0,-3 2 0 16,-1 2-240-16,-2 2 48 0,-1 0 0 0,-4 0 192 15,-3-1 0-15,-1 2 0 0,-6 2 160 16,0 0-160-16,1-1 128 0,-2 1-128 0,0 2 128 0,2 2-128 16,-1 0 0-16,-3 1 0 0,-8 0-176 0,-7 2 176 15,-6 0 0-15,0 0 0 0,3 0 0 16,0 1-128-16,0 1 0 0,-10 1 0 0,-9 1 0 0,-2 1 128 15,0 0 0-15,1 0 128 0,2-2-128 0,-6 0 128 16,-9 0-128-16,9 0 128 0,6 1-128 0,-3-3 0 16,-2-2-128-16,-3 2 0 0,-2 2 0 0,8 1 128 15,11-2 176-15,-3-2-48 0,-1-2 0 0,-3 0-128 16,0 2 0-16,6 1 0 0,12 1-176 0,3-2 176 16,3-4 0-16,-3-1 0 0,-1 0 0 0,-3 0 0 15,1 1 0-15,3 2 128 0,4 2-128 0,2 1 0 16,3 0-128-16,2-1 0 0,-2-2 0 0,-4 0 128 15,-4 0 0-15,-2 1 0 0,-1 1 0 0,5 1 0 0,4 1 0 16,4 1 0-16,3-1 0 0,4 0 0 16,3-2-128-16,2 1 128 0,-2 0-128 0,-1 2-64 0,0 0 0 15,0 3 0-15,1 1 0 0,-1 4 192 0,3 2-128 16,2 2 128-16,0 2-128 0,1 2 128 0,0 1 0 16,4 0 0-16,1-1 0 0,3 0-240 0,-1 0-16 15,3 0 0-15,2-1 0 0,0 0 256 0,-2 0 0 0,2-1 0 0,0-2 0 16,1 1 0-16,-1 1-144 0,3 2 144 0,0 2-128 15,2 5 128-15,0 5 0 0,1 4 0 0,0 3 0 0,1 2 0 16,1 0 176-16,0-3-48 0,0-2 0 0,1 2-128 16,4 4 0-16,0 3 0 0,0 2-176 15,2 1 176-15,-1-1 0 0,2-3 128 16,-1-3-128-16,1-5 176 0,0-6-48 0,2 1 0 0,-2 2 0 16,2 5 64-16,0 5 0 0,0 0 0 15,0-1 0-15,0-5-64 0,1-5 0 0,1-5 0 0,-1-4 0 0,-1-3-128 16,0-4 128-16,0 0-128 0,-2-1 128 0,0 1 112 15,0 0 16-15,-1 2 0 0,1 1 0 0,-1 1-112 16,-1 1-16-16,1 2 0 0,0 0 0 0,-1 1-128 16,3 1 0-16,0-3 0 0,0-4 0 0,3-2 0 15,1-3 0-15,-2-1 0 0,1-3 0 0,-1 1 0 16,3 0 128-16,-3-1-128 0,2-1 128 0,0-1 0 16,5-2 0-16,-1-2 0 0,-1-2 0 0,2-1 112 15,5-1 16-15,2 1 0 0,3 1 0 0,1-2 0 16,3-1 0-16,2-1 0 0,4 0 0 0,-4 1-256 15,-2 0 144-15,-4 0-144 0,-4-1 128 0,-1 0-128 0,-5 1 0 16,2-1 0-16,-2-1-176 0,1 1 176 16,-1 2 0-16,0 0 128 0,-1 0-128 0,-3 0 0 15,1 1-128 1,-2 0 0-16,-1-1 0 0,-2 1-416 0,-2 1-80 16,0 0-16-16,-8-2 0 0,7 3-704 15,-1 0-160 1,1 1-32-16,-7-4-13616 0</inkml:trace>
  <inkml:trace contextRef="#ctx0" brushRef="#br0" timeOffset="57248.49">11326 7243 12287 0,'0'0'0'0,"0"0"0"0,0 0 0 0,0 0 1328 0,0 0 272 0,0 0 48 0,-2 8 16 16,2-8-576-16,0 0-96 0,3 8-32 0,2-2 0 0,5-1-352 15,3-1-80-15,5-1-16 0,5 0 0 0,5-3-96 16,7-2-32-16,2 0 0 0,4 0 0 0,-1 0 160 16,-1-1 32-16,1-2 0 0,-3 0 0 0,9 0-416 15,9 0-160-15,5-1 128 0,4 0-128 16,-2-2 496-16,-1-2 16 0,6 1 0 15,7 1 0-15,5-1-112 0,5 0-16 0,-5 1 0 0,-3 2 0 0,11 0-256 16,10-1-128-16,-7 1 128 0,-11 1-128 0,10 1 0 16,16 0 0-16,-9 2 0 0,-13 1 0 0,8-1-176 15,11-1 176-15,-7 0-128 0,-9 1 128 16,4 0 0-16,10-1 128 0,-7 1 0 0,-4 0 0 0,-2 0 0 16,3-1 0-16,-2 1 0 0,0 1 0 0,-5 0-128 15,-12-1 0-15,6 0 0 0,5-1 0 0,-6 0 0 16,-7 0 0-16,-8 0-128 0,-9-2 128 0,2-1 0 15,3-1 0-15,-3 2 0 0,-3-1 128 0,-5 3 0 16,-5 1 0-16,-6 0 0 0,-6 0 0 0,-4-1-128 16,0-3 0-16,-4 0-128 0,-1 0 128 0,-1-1 0 0,3 0 0 15,-1 1 0-15,0 0 128 0,-1 1 0 0,2 1 0 16,-3 1 0-16,-2 0 0 0,-3 1-128 16,0 1 0-16,-3 0 0 0,-1 1 0 0,-2 0 0 0,0 1-192 0,-8-1 64 0,8 2 0 0,-8-2 128 15,8 2 0 1,-8-2 0-16,7 3 0 0,-7-3-128 0,6 4 0 0,-6-4 0 15,5 6 0-15,-5-6 128 0,5 8 176 0,-2 0-48 16,-1 0 0-16,-2 1-128 0,2 0 0 0,-2 1 0 16,-2 1 0-16,0 0 0 0,1 1-176 15,-1 1 48-15,0 0 0 0,-1 1 256 0,0 1 48 0,1 0 16 0,-1 0 0 0,0 0-192 16,1-1 0-16,0 0 0 0,-1 0-176 0,2 0 176 16,0 0 176-16,0 0-48 15,1 1 0-15,1 0-128 0,1 0 128 0,0 4-128 0,-1 2 128 0,1 8-128 16,0 8 0-16,-1 5 0 0,-1 3 0 15,2-2 0-15,0-4 128 0,1-3-128 0,0-3 128 0,1-1-128 16,2-3-176-16,1 4 48 0,1 4 0 0,2 6 128 16,1 6-128-16,-1-2 128 0,0-4-128 0,1-2 128 15,1-1 176-15,1-3-48 0,-1-4 0 0,1 4-128 16,0 4 0-16,0 7 0 0,0 5 0 0,2-3 0 16,1-4 0-16,1-6 0 0,-2-6-176 0,-2-3 304 15,-2-3 48-15,-1 3 16 0,-2 3 0 0,-3 6-192 16,-2 6 0-16,-1-2 0 0,-2-4-176 0,-3-5 176 15,-2-6 0-15,-2-3 0 0,-1-3 0 0,-2-3 0 16,-3-3 176-16,0-1-48 0,0-1 0 0,0 0 112 16,1-1 16-16,-1 0 0 0,1-2 0 0,1-1 48 15,1 0 16-15,-1-2 0 0,-1-2 0 0,2-2-112 16,0-1-16-16,-1-2 0 0,-4-1 0 0,-1-1-48 16,-4-1-16-16,-5-1 0 0,-1 0 0 0,-6 1-128 15,-3 0 128-15,-2 1-128 0,-1 1 128 0,3 2-128 16,1 0 0-16,1-2 0 0,0-2-176 0,-9 0 176 0,-11 0 0 0,-5 3 0 0,-7 2 0 0,2 2-192 15,4 0 0-15,-11 0 0 0,-10-1 0 0,-4 2-144 16,0 3-48-16,-3 0 0 16,-1-1 0-16,-3 1 384 0,-5 0 0 0,4 3 0 0,7 1 0 0,-9 1 128 15,-8 1 112-15,7 0 16 16,9 1 0-16,-10-2-256 0,-11-2 0 0,9-2 0 16,11-1 0-16,-10 0 0 0,-10 0 0 0,8-1 0 0,15-3-160 15,-10 1 336-15,-11 2 64 0,10 0 16 0,14-1 0 0,-9-1-112 16,-9 0-16-16,8 2 0 0,11 1 0 0,1-2-128 15,-2-3 0-15,1 2 0 0,-2 1 0 0,10 1 0 16,13 0 0-16,7-3 0 0,2-5-176 16,1-1 176-16,-2 0 0 0,3 0 128 0,3 1-128 0,3 1 176 15,6-1-48-15,7 0 0 0,4-1 0 0,5 0 0 16,2-2 0-16,4 0 0 0,2-1 0 0,2 0-128 16,2-2 0-16,1 1 0 0,7 4 0 0,-5-6 384 15,2 0 64-15,0 0 0 0,-2 1 0 0,5 5-112 16,0 0-16-16,2-8 0 0,-1 0 0 0,1 0-192 15,4 1-128-15,1-1 128 0,1-1-128 0,-3 0 272 16,0 0-16-16,-3 0 0 0,-1-2 0 0,1 0-256 16,1 1-256-16,2-1 64 0,0-2 0 0,-2-1 448 15,-1-2 112-15,0-2 16 0,1-3 0 0,-3-4-384 16,-2-5 0-16,2-1 0 0,0-1 0 0,-1 0 224 0,-1-1-32 16,0-1 0-16,2 0 0 0,-3-11-192 0,-2-9 0 15,2-8 0-15,3-6-160 0,-2 3 160 0,-1 5 176 0,0-8-48 0,1-11 0 0,-3-1-128 16,-6-80 0-1,4 85-176-15,-1-9 176 0,-4-11-128 16,-1 13 128-16,-1 17-128 0,-1 3 128 0,-3-1-128 16,2-1 128-16,-1-2-128 0,-1 8 128 0,0 10 0 0,3 9 0 15,1 9 0-15,1 6-128 0,1 4 0 16,2 4 0-16,2 1 0 0,1 2 128 0,1 2-128 0,1 2 128 0,0 2-128 0,5 7 0 16,-5-6 0-16,5 6 0 0,-5-5 0 0,5 5-112 15,-8-4-16-15,1 1 0 0,7 3 0 0,-9-2 112 16,0 1 16-16,9 1 0 0,0 0 0 15,-9 1-112 1,9-1-16-16,0 0 0 0,0 0 0 0,-7 4-1168 31,7-4-240-31,0 0-64 0,26 3-13120 0</inkml:trace>
  <inkml:trace contextRef="#ctx0" brushRef="#br0" timeOffset="57887.04">12472 6439 24063 0,'0'0'0'0,"0"0"0"0,0 0 0 0,-1 8 0 15,-2 1 0-15,0 1 144 0,-1 2-144 0,0 2 0 16,0 0 0-16,-1 2 0 0,-3 1 0 0,1 7 240 15,-2 7 160-15,-3 7 48 0,1 5 0 0,-2 0-112 16,-1-2-16-16,1-5 0 0,2-5 0 0,1-7-320 16,0-6 0-16,3-4 0 0,4-4-128 0,3-10 352 15,0 0 80-15,0 0 16 0,0 0 0 0,0 0 304 16,-8-7 64-16,1-3 16 0,2-1 0 0,2-5-416 16,3-4-80-16,0-6-16 0,2-6 0 0,1-4-192 15,4-4 0-15,1 2 0 0,2 2 0 0,3 4 144 16,3 4-16-16,2 1 0 0,0 0 0 0,0-4-128 15,1-5 0-15,-1-1 0 0,-2-2-176 0,3 0 176 16,-4 1 0-16,1 4 128 0,1 4-128 0,-1 5-192 16,4 4-96-16,0 5-32 0,1 4 0 0,0 3 624 15,-1 2 112-15,-2 4 32 0,-3 2 0 0,-4 4-320 16,-1 2-128-16,-5 4 128 0,-5 2-128 0,0 5 0 16,-5 5 0-16,-3 5-224 0,-3 4 80 0,-3 3 144 0,-4 1 176 0,0-2-48 15,-1-4 0-15,-1 0-128 0,0 0-176 0,-1-3 48 16,-1-5 0-16,1-3 128 0,1-3 176 0,1-3-48 0,-2-2 0 0,3-1-128 31,-2-1 0-31,4-1 0 0,-1-1 0 0,4-1-576 16,0-2-160-16,3-1-32 0,2-1 0 0,8 0-816 15,0 0-160-15,0 0-48 0,5-5 0 0,8-2-2864 0,8-2-576 0,4-13-112 0,1-13-32 0</inkml:trace>
  <inkml:trace contextRef="#ctx0" brushRef="#br0" timeOffset="58171.86">13347 6040 23551 0,'-8'19'0'0,"0"-4"0"0,-4 2 0 0,-1 3 0 15,-2 2 0-15,-3 7 144 0,-2 7-144 0,-4 8 0 16,-3 8 0-16,1-4 0 0,2-7 0 0,2-5 0 15,4-5 0-15,5-4 0 0,2-5 0 0,5-1 0 16,2-2 0-16,4-2 0 0,4 0 0 0,1-1 384 16,4-1 208-16,1-2 48 0,3-3 0 0,2-1 0 15,1-2 0-15,0-2 0 0,1-1 0 0,-1-2-368 32,2-1-64-32,-1-2-16 0,-3-1 0 0,0-2-960 15,-3-3-208-15,-1-1-48 0,1-2 0 0,-2-3-1280 0,0-2-256 16,-2 0-48-16,1-1-4896 0</inkml:trace>
  <inkml:trace contextRef="#ctx0" brushRef="#br0" timeOffset="58579.74">13531 6142 18175 0,'-2'12'0'0,"1"0"0"0,-1 4 0 0,0 5 768 0,1 4 144 0,1 2 48 0,1 3 0 0,3 0-464 16,-1-1-96-16,3-4-16 0,-1-4 0 0,2-5-384 15,1-3 0-15,0-3 0 0,1-2 0 0,-1-4 288 16,0-3-32-16,2-2 0 0,-2-2 0 0,2-1 112 16,0-2 16-16,0-1 0 0,0 0 0 0,-1-2-384 31,-2-2 0-31,1-1 0 0,0-1 0 0,1-1-640 16,-1 0-208-16,0 0-48 0,1 0 0 0,-2-1-192 15,-1-1-64-15,-1 1 0 0,-1 0 0 0,1 2 464 0,-1 2 96 0,1 2 16 0,-3 2 0 0,-2 7 576 16,0 0 0-16,0 0 0 0,0 0 0 0,3 10 496 15,-1 4 16-15,-4 7 0 0,-3 6 0 0,0 6 560 16,-1 5 112-16,-2 1 32 0,-4 0 0 0,-2 0-464 16,-1-3-96-16,2 4-16 0,-2 4 0 0,1 4-256 15,-1 2-48-15,2-5-16 0,1-8 0 0,2-7-96 16,2-5-32-16,2-5 0 0,1-4 0 0,0-5 64 16,1-3 0-16,4-8 0 0,0 0 0 0,0 0 0 15,0 0 0 1,0 0 0-16,-5-9 0 0,4-2-1792 15,4-3-368-15,0-3-64 0,2-3-16 0,4-5-2096 0,5-5-416 0,1-2-96 16,0-2 608-16</inkml:trace>
  <inkml:trace contextRef="#ctx0" brushRef="#br0" timeOffset="58828.98">13875 6453 24319 0,'23'-4'0'0,"-5"3"0"16,5 1 0-16,2 1 0 0,3 0 192 0,-2 2-48 0,-1-2-16 0,-2 1-304 31,-2 1-64-31,-1 1-16 0,-4 0 0 0,-3-1-1216 16,-3-3-256-16,0 0-64 0,-10 0 0 0,0 0 880 0,0 0 160 0,0 0 48 0,0 0 0 0,0 0 448 31,-6-4 112-31,-4 3 16 0,-2 1 0 0,-1 2-1904 15,0 2-368-15,-4 2-80 0,-1 1-336 0</inkml:trace>
  <inkml:trace contextRef="#ctx0" brushRef="#br0" timeOffset="58926.98">13849 6740 9983 0,'23'3'0'0,"-7"-2"0"0,2-2 0 0,5-1 144 31,2-2 48-31,-2-3 0 0,0-4-4384 0</inkml:trace>
  <inkml:trace contextRef="#ctx0" brushRef="#br0" timeOffset="59220.5">14255 6517 21247 0,'-18'18'0'0,"6"-3"0"0,2 4 0 0,-1 5 512 16,1 4 96-16,0 1 32 0,3-1 0 0,2-3-464 15,4-3-176-15,2-4 128 0,1-6-128 0,5-3 0 16,1-3 0-16,3-4 0 0,4-4 0 0,5-4 848 16,5-4 96-16,2-3 16 0,1-2 0 0,1-2-624 15,-4-1-112-15,-2 0-32 0,-3 0 0 0,-6 0-192 16,0 0 144-16,-5 2-144 0,-2 0 128 0,-4 1 64 16,-3 0 0-16,-1 1 0 0,-3 1 0 0,-2 1-368 31,-2-1-64-31,-1 1-16 0,0-1 0 0,0-1-656 31,-1-2-144-31,2-2-32 0,0-51-9280 0</inkml:trace>
  <inkml:trace contextRef="#ctx0" brushRef="#br0" timeOffset="59449.18">14699 5852 19455 0,'41'30'0'0,"-13"-7"0"0,3 5 0 0,2 4 1376 0,-2 3 288 16,-3 1 48-16,-3-2 16 0,-2 5-768 0,-1 5-160 16,-4 12-32-16,-3 14 0 0,-4-4-400 15,-6-7-96-15,-5-1-16 0,-5-3 0 0,-6 7-48 0,0 7-16 16,-3-7 0-16,-3-8 0 0,-1-8 160 0,1-7 32 0,-4-8 0 0,1-8 0 0,-6-3-256 31,-2-3-128-31,-5-1 128 16,-1-1-128-16,-4-1-896 0,0 0-256 0,2 1-64 15,5 0 0-15,1-1-1632 0,3-2-336 0,-3-4-64 0,0-5-4752 0</inkml:trace>
  <inkml:trace contextRef="#ctx0" brushRef="#br0" timeOffset="60199.15">15957 8543 25087 0,'30'23'0'0,"-9"1"0"0,1 11 0 0,1 9 400 15,0 6 96-15,-2-3 16 0,0-6 0 0,2-4-672 16,5-6-128-16,3-7-32 0,5-5 0 0,5-5 160 15,2-3 32-15,0-3 0 0,-1-2 0 0,-4-4 912 16,-5-4 192-16,0-4 48 0,1-3 0 0,4-2-256 16,5-3-64-16,3-5 0 0,3-2 0 0,-5-13-304 15,-3-14-64-15,-4-4-16 0,-9-2 0 0,-5 2-320 16,-5 3 0-16,-1-6 0 0,-4-8 0 0,-5-9 0 16,0-8-128-16,-6 2 0 0,0 7 0 0,-7-9-112 15,-5-13-16-15,-2 7 0 0,-2 9 0 0,-11 0 112 16,-10-3 16-16,-10 0 0 0,-7-1 0 0,-1 15 128 15,2 15 0-15,3 6 128 0,4 3-128 0,0 5 432 0,-1 5 16 16,-2 5 0-16,-2 4 0 0,-1 8-208 0,3 7-48 0,4 9 0 16,5 8 0-16,-1 9-352 15,2 9-80 1,-8 4-16-16,-6 3 0 0,-3 20-144 0,-3 21-48 0,7 6 0 0,14 3 0 0,8 4 448 0,7 3 0 0,10-2 0 0,10-2 128 16,8-11 96-16,11-12 32 0,10 2 0 0,8 5 0 0,7-2-416 31,6-3-80-16,-3-12-16-15,-3-11 0 0,-4-6-2240 0,1-4-464 0,7-6-96 0,13-6-6560 0</inkml:trace>
  <inkml:trace contextRef="#ctx0" brushRef="#br0" timeOffset="68590.62">3957 15792 35327 0,'0'0'0'0,"0"0"0"0,8 2 0 0,2 2 0 16,3 0 0-16,2 4-160 0,2 3 160 0,2 3-384 15,3 1 0-15,1 4 0 0,1 4 0 0,1 8 256 16,1 8 128-16,-6 6-128 0,-4 4 128 0,-9-4-128 16,-4-6 128-16,-6-4-128 0,-7-4 128 0,-5-3 528 15,-4-2 192-15,-1 1 48 0,-1-1 0 0,-1 1 144 16,-2 0 48-16,-1-3 0 0,2-4 0 0,-5-5-208 16,-8-5-48-16,-7-6 0 0,-6-6 0 0,-2-5-48 15,-1-4-16-15,9-3 0 0,7-2 0 0,5-2-192 16,5-3-64-16,1 2 0 0,4 1 0 0,1 1 160 15,2-1 32-15,5 2 0 0,3-1 0 0,7 1-416 16,4 0-160-16,6 1 128 0,3 1-128 0,3 1 0 16,3 0 0-16,2 4-224 0,1 5 80 0,4 6 16 15,4 6 0-15,8 5 0 0,6 2 0 0,6 2 128 16,4 0 0-16,-4 2 128 0,-7 0-128 0,-6 3 0 16,-2 3-128-16,-6 0 0 0,-5 0 0 0,-3 1-64 15,0 2 0-15,-3-2 0 0,-3-2 0 0,-4-3 192 31,0-2 0-31,-3-4 0 0,-5-3 0 0,0-2-2336 0,0-10-432 16,-3 7-96-16,3-7-16 0,-8-6-1792 0,-1-11-352 0,-4-8-80 0,-5-8-4112 0</inkml:trace>
  <inkml:trace contextRef="#ctx0" brushRef="#br0" timeOffset="68991">4177 15826 43263 0,'0'0'0'0,"0"0"0"0,0 0 0 0,5 6 192 32,4-4 64-32,2 2 0 0,2 2 0 0,5 3-624 15,5 2-112-15,0 3-32 0,0 3 0 0,-1 5-144 16,-3 5-48-16,-1 2 0 0,-1 0 0 0,-4-3 160 0,-1-4 32 0,-2-4 0 0,0-5 0 0,0-4 512 16,1-4 192-16,-1-4 0 0,0-4 0 0,3-5 416 15,2-5 80-15,0-5 16 0,1-4 0 0,1-3-464 16,-1-2-96-16,2 1-16 0,-3 2 0 0,0 2-352 15,-4 1-80-15,-1 1-16 0,-5-1 0 0,0 1 464 16,-2 0 96-16,-3 1 16 0,0-1 0 0,0 3-112 16,0 3-16-16,0 4 0 0,0 10 0 0,0 0 464 15,0 0 96-15,0 0 16 0,-6 10 0 0,-1 7-464 16,0 7-96-16,-1 4-16 0,-2 3 0 0,1 8-128 16,-3 8 128-16,1 12-128 0,-1 10 128 0,2-6 64 0,2-9 0 0,-2-4 0 15,2-3 0-15,-2 8-192 16,2 8-176-1,1-4 48-15,2-7 0 0,-1-9-1792 0,-1-8-368 0,2-8-64 16,2-6-16-16,1-4-912 16,1-4-192-16,4-2-48 15,35-36-7392-15</inkml:trace>
  <inkml:trace contextRef="#ctx0" brushRef="#br0" timeOffset="69207.93">5265 16414 39423 0,'-7'10'0'0,"-1"-2"0"0,-3 2 0 0,-11 4 608 0,-6 2 128 0,-18 1 32 0,-14 0 0 0,-3-1-768 16,-2-2-256-16,0 1 0 0,-1 0 0 0,-15-2 256 15,-14-2 144-15,8-1-16 0,10-2 0 0,-14 1-128 16,-15 1 128-16,13-1-128 0,12-3 128 0,-1 0 416 16,-6-1 80-16,5 2 16 0,9 1 0 0,9-2-640 31,11-2 0-31,5 1-192 0,3 0 64 0,0 0-1184 15,3 0-224-15,6 3-64 0,4 2 0 0,6 8-2352 16,6 7-464-16,8-2-112 0,8-4-6080 0</inkml:trace>
  <inkml:trace contextRef="#ctx0" brushRef="#br0" timeOffset="69633.48">3813 16977 41727 0,'26'6'0'0,"-5"-1"0"0,7 2 0 0,0 1 144 47,0 1 48-47,-2 3 0 0,-1 2 0 0,-4 1-720 0,-1 0-144 0,-2 1-32 0,0 0 0 0,-6 3 208 16,-4 3 48-16,-3 5 0 0,-5 4 0 0,-3 4 448 0,-6 3 0 0,-4-2 0 16,-1-2 0-16,-5-4 512 0,1-4 208 0,-6-3 48 0,-4-4 0 0,-10-3-256 15,-10-3-64-15,1-2 0 0,-1-1 0 0,1-1-144 16,8-1-48-16,4 0 0 0,4-4 0 0,5-3 160 15,1-5 32-15,2-1 0 0,2 1 0 0,1-2 144 16,2-2 48-16,3 0 0 0,4-1 0 0,4-2-416 16,5-2-80-16,4-1-16 0,8-1 0 0,3-4-128 15,7-3-272-15,0 0 64 0,-1 0 16 0,4 4 192 16,4 4 0-16,2 5 0 0,4 4 160 0,10 8 224 16,9 6 64-16,0 7 0 0,-1 4 0 0,-5 2-448 15,-7 1 0-15,-6 1 0 0,-5 0 0 0,0-2 0 16,0-2 288-16,-2 0-32 0,-4 2 0 0,-3 2 64 31,-1 1 0-31,-4 0 0 0,-5 0 0 0,-4-1-928 16,0-3-176-16,-5-4-48 0,-3-3 0 0,-2-4-1120 31,-1-5-224-31,-4-4-64 0,-25-52-14976 0</inkml:trace>
  <inkml:trace contextRef="#ctx0" brushRef="#br0" timeOffset="69831.87">4232 17186 41983 0,'42'41'0'16,"-14"-11"0"-16,0 5 0 0,2 0 192 0,-4 0 64 0,1-4 0 0,-2-6 0 0,1-2-256 31,5-1-160-31,1-3 32 0,-3-2 0 0,-1 0-832 16,-2-1-144-16,-6-2-48 0,-4-1 0 0,-4-3-912 15,-2-2-192-15,-4-3-48 0,-6-5 0 0,0 0 576 31,0 0 96-31,0 0 32 0,23-48-8272 0</inkml:trace>
  <inkml:trace contextRef="#ctx0" brushRef="#br0" timeOffset="70051.2">4847 17090 41215 0,'-25'16'0'0,"9"-2"0"0,-4 4 0 0,-13 13 608 16,-10 12 128-16,-6 5 32 0,2 1 0 0,2-5-64 15,4-7 0-15,3-5 0 0,7-4 0 0,0-4 112 16,1-2 16-16,-2 2 0 0,-1-1 0 0,-1 3-672 16,1 1-160-16,0-1 0 0,4 0 0 0,4-3-176 31,4-3-64-31,4-4-16 0,4-3 0 0,2-3-1584 16,2-2-320-16,3-3-64 0,6-5-16 0,0 0-1728 15,3-7-368-15,7-2-64 0,5-2-16 0,1-6-912 0,1-6-192 0,-1-1-48 0,0 1 0 0</inkml:trace>
  <inkml:trace contextRef="#ctx0" brushRef="#br0" timeOffset="71151.02">5895 15567 37375 0,'35'38'0'0,"-13"-8"0"0,1 8 0 0,2 1 0 16,1 0 192-16,1-4-48 0,2-4-16 0,6-3-128 15,4-2-176-15,2 1 48 0,0 2 0 0,-2 2 256 16,-3 3 48-16,-8-2 16 0,-5-3 0 0,-3-4-192 31,-4-4 0-31,-4-4 0 0,-4-3 0 0,-1-3-576 16,-3-4-160-16,-4-7-32 0,0 0 0 0,0 0-2864 16,0 0-576-16,-4-9-112 0,-5-18-5344 0</inkml:trace>
  <inkml:trace contextRef="#ctx0" brushRef="#br0" timeOffset="71353.27">6420 15569 45311 0,'-13'14'0'0,"3"2"0"0,-3 8 0 0,-7 7 400 0,-3 6 96 0,-5-1 16 0,-1-2 0 0,-4-3-512 16,2-4 0-16,2 0 0 0,1 1 0 15,1 5 0-15,4 5-320 0,0 5 64 0,2 5 0 0,3-1 48 31,0-3 16-31,2-3 0 0,-1-5 0 0,-1 2-2304 16,-3 4-464-16,-1 12-96 0,-1 14-16 0,4-15-3264 16,1-20-672-16,3-14-128 0,3-13 992 0</inkml:trace>
  <inkml:trace contextRef="#ctx0" brushRef="#br0" timeOffset="71578.88">5946 16615 47615 0,'51'-1'0'0,"-12"-1"0"0,9-3 0 0,18-1-320 31,14-3-48-31,-5-1-16 0,-13-3 0 0,-1 1-656 16,-2 0-144-16,2 1-32 0,0-1 0 0,-7 1 208 0,-6 1 48 0,-9 1 0 0,-8 1 0 0,-3 1 608 31,-3 2 128-31,-4 1 32 0,-3 0 0 0,-2 1-928 15,-3 1-176-15,2 2-48 0,-2 2 0 0,-5-2-4144 16,-8 0-832-16,0 0-160 0,-5-5 528 0</inkml:trace>
  <inkml:trace contextRef="#ctx0" brushRef="#br0" timeOffset="72080.25">6099 16939 37887 0,'-2'18'0'0,"-1"-4"0"0,-1 3 0 0,4 3-720 0,0 1-144 0,2 2-32 0,1 1 0 0,1 3 672 0,-1 3 224 0,3 5-144 0,1 3 144 0,1 0 736 16,5-3 224-16,1-5 64 0,4-6 0 0,3-4-64 16,4-4 0-16,3-4 0 0,2-3 0 0,1-5-256 31,1-6-48-31,-5-5-16 0,-2-6 0 0,-2-4-1120 0,0-3-224 0,-2-4-64 0,1-4 0 0,-1-1 624 15,2 0 144-15,0 2 0 0,-2 3 0 0,1 3 0 16,-2 3 176-16,-2 3-48 0,-2 3 0 0,-3 2 112 16,0 1 16-16,-4 2 0 0,-3 2 0 0,-6 5-64 15,0 0 0-15,0 0 0 0,0 0 0 0,0 0 160 16,0 0 32-16,0 0 0 0,-2 12 0 0,-1 10-160 16,1 9-32-16,-4 16 0 0,1 16 0 0,0-2-192 15,0-6-256-15,0-4 48 0,2-5 16 0,1 6 192 16,2 5-144-16,-1 1 144 0,-1-1-128 0,0-9 128 15,-1-9 176-15,-2-7-48 0,-1-7 0 0,-4-4 320 16,-2-5 48-16,-1-2 16 0,-2-2 0 0,-1-2-160 16,-4-3-32-16,2-2 0 0,-2-1 0 0,1-4 112 0,-1-3 16 15,-5-4 0-15,-1-3 0 0,-8-1 192 0,-9 0 64 16,-5-2 0-16,0-2 0 0,2-4-576 16,3-5-128-1,4-2 0-15,6-3 0 0,-2-4-688 0,-1-3-160 0,-3 2-48 0,-4 2 0 0,-3 6-1216 16,-2 4-256-16,4 5-64 15,3 3 0-15,5 6-3424 0,1 6-688 0,-2-4-144 16,-1-7-2656-16</inkml:trace>
  <inkml:trace contextRef="#ctx0" brushRef="#br0" timeOffset="83006.83">11167 14164 20735 0,'0'0'0'0,"5"4"0"0,1 0 0 0,1 0 144 15,1-1 48-15,-1 1 0 0,1-1 0 0,0 0-192 16,0 0 0-16,2-1 0 0,-1 0 0 0,-2-1 0 16,1-1 128-16,0 0-128 0,1-1 128 0,-1 1 464 15,0-1 96-15,0 1 16 0,2 1 0 0,0-1-112 16,5-1-16-16,0 1 0 0,3 0 0 0,5 0-96 15,6 0-32-15,4 0 0 0,3 0 0 0,2 2-96 0,1 3-32 16,-1-2 0-16,-5-1 0 0,-2 2-320 0,-1 1 0 16,3-1 0-16,4-1 0 0,4 1 0 0,10 0 0 15,-2 1 0-15,2 0-128 0,-4 1 128 0,-4 1 0 0,-2-3 0 16,2-3 0-16,9 1 0 0,9 1-128 16,2 0 128-16,-3 1-128 0,-7-1 128 0,-4-1 0 0,1-2 0 0,5-3 0 0,6 1 128 15,6 2 48-15,-8 2 16 0,-5 1 0 0,-3-3 192 16,0-2 64-16,6-1 0 0,7 0 0 0,0 2-448 15,-2 1 0-15,-6 0 0 0,-10-1 0 0,3-2 0 16,2-2 0-16,5-1 0 16,3 0 0-16,-4 1 240 0,-3 2-48 0,-6 0 0 0,-5-2 0 0,0 0 256 15,-4-2 64-15,4 0 0 0,0 0 0 0,2 2-160 16,2 1-32-16,-6 0 0 0,-6-1 0 16,-4 0-48-16,-1 0-16 0,-3 1 0 0,-4 1 0 0,-1 0-96 15,0-1-32-15,-1 0 0 0,-1 0 0 0,2 1 208 16,1 1 48-16,1 0 0 0,-2 0 0 0,-1-1-256 15,1-1-128-15,-2 0 128 0,1-1-128 0,-2 1 176 16,-1-1-48-16,0 0 0 0,-3 0 0 0,-3-2-128 16,3-1 128-16,-3-1-128 0,0-1 128 0,-2-1 0 15,2 0 0-15,-3 0 0 0,-1-2 0 0,1 2 64 16,1 0 0-16,-1 0 0 0,-1 1 0 0,2 0-192 16,-1 0-272-16,0 1 64 0,-1 1 16 0,-1 0 192 15,0-1 0-15,0 1 0 0,0 1 160 0,1 0-160 16,-2 0 0-16,-1 1 0 0,2 1-176 0,0 0 176 15,-2 0 0-15,-3 5 0 0,5-7 0 0,0 2 0 16,-2 0-128-16,-3 5 128 0,7-5-128 0,-2 0 128 0,-2-2 0 0,2 2 128 16,0 0-128-16,-2 0 272 0,1-1-16 0,-1-1 0 0,0 1 0 0,2-1-256 15,0-2 0 1,-2 1 0-16,2 1 0 0,-1-1 0 0,0-1 0 16,1 0 0-16,0 0 0 0,-1-1 0 0,1-1-144 15,-1-1 16-15,-2-1 0 0,1-2 128 0,-1-1 0 0,-2-1 0 0,0-1 0 16,-2 0 0-16,-1-1-128 0,0 1 128 0,-2 0-128 0,-2 2 128 15,2 0 0-15,-3 1 0 0,3 1 0 0,-1 1 0 16,-1 0 0-16,2 2 128 0,0 1-128 0,0 1 176 16,0 0-48-16,2 0 0 0,1-1 0 0,1 0-128 15,-1 0-176-15,1 1 48 0,1 0 0 0,-1 0 128 16,-2-1 0-16,3-1 128 0,-1 0-128 0,-1-1 0 16,0-2 0-16,-1-1 0 0,1-1 0 0,-3-2 0 15,2 0 0-15,-2-1 0 0,0-2-128 0,-1 3 128 16,-1 0 0-16,-1 1 0 0,1 0 0 0,-1 1 0 15,-2 0-128-15,0 1 128 0,1 0-128 0,-1 2 128 16,0 1 0-16,-2 1 0 0,-2 1 0 0,-1 0-128 16,-2-1 0-16,-1 1 0 0,-1 1 0 0,-3-1 256 15,-4-1 48-15,0 0 16 0,0-1 0 0,-2-1-192 16,0-2-176-16,2-1 48 0,3-2 0 0,0 0 128 16,-2-1 0-16,1-1 128 0,-4-1-128 0,-5 0 0 15,-5-1-128-15,-5 2 0 0,-1 2 0 0,0 3 256 0,1 2 48 16,5 2 16-16,2 0 0 0,0 0-192 15,-1-1 0-15,-7 1 0 0,-6 1 0 0,-4 2 0 0,-3 0 128 0,4 1-128 0,7 1 128 16,2-1 0-16,-1 0 0 0,-9 0 0 0,-5-1 0 0,-3 1-128 16,0 1-272-16,4 0 64 0,8 0 16 0,-8 0 192 15,-6 0 0-15,-3 1 0 0,-4 0 0 0,5 2 0 16,7 0 0-16,-7 1 0 0,-10 1 0 0,0 0 0 16,-3 0 160-16,6 1-32 0,7 1 0 0,-10-1-128 15,-9 0 0-15,6 0 0 0,9-1 0 0,1 2 0 16,0 2 0-16,-5 1 0 0,-5-1 0 0,7 1 0 15,8 0 128-15,3 1-128 0,2 1 128 0,-6 1 112 16,-2 0 16-16,4 2 0 0,9 3 0 0,3 0-256 16,4-1 144-16,-3-1-144 0,-4-1 128 0,-2 3-128 15,-6 2 0-15,8 4 0 0,5 3-176 0,6 1 176 16,7 0-128-16,4 1 128 0,0 1-128 0,-1 2 128 16,-3 2 0-16,3-1 128 0,-1-2-128 0,1-1 0 15,4-1 0-15,2-1 0 0,4-2-128 0,5 0 128 16,2 1 0-16,1 1 128 0,5 3-128 0,0 5 128 15,5 5-128-15,0 4 128 0,2 3-128 0,2 0 128 16,0-4-128-16,2-3 128 0,0-4-128 0,4-4 0 16,0-3 0-16,3 0 0 0,0 0 0 0,2 6 128 15,7 6-128-15,2 4 128 0,3 4-128 0,2-1 176 16,6-4-48-16,0-5 0 0,2-7 0 0,0-1 64 16,2-2 0-16,-3-2 0 0,2-1 0 0,2 0-64 15,4-1 0-15,10 4 0 0,7 3 0 0,-1 4 0 16,1 2 0-16,-5-2 0 0,-7-3 0 0,4-1-128 0,8-1 0 0,8-4 0 0,8-4 0 0,-6-2 128 15,-5 0 0 1,2-1 0-16,4-3 0 0,9-1-128 0,6 0 128 16,-8-1-128-16,-12-3 128 0,9 0-128 0,8 0 0 0,-1 2 0 0,-4 1 0 0,-2-2 128 15,-3-3 0 1,8-1 0-16,10-1 0 0,-4 2 160 0,-9 2 32 0,2-4 0 16,1-6 0-16,5 1-320 0,2 2 0 15,-7-2 0-15,-11-3-144 0,8-1 144 0,13-1 176 0,-4 1-48 0,-11 2 0 16,-1-2-128-16,-2-2 128 15,7 0-128-15,4 2 128 0,-5-1-128 0,-12-2 0 0,-4 0 0 0,-2-2 0 0,4 0 0 16,4 0 0-16,-4-1 0 16,-5-2 0-16,-7-1 0 0,-8-1 0 0,-3-2 0 0,-2-2 0 0,0-3 192 15,7-3 0-15,-2 0 0 0,0-1 0 0,-2 1-192 16,-3 0 0-16,-3 3 0 0,-4 3 0 0,-6 2 192 16,-1 1 0-16,-2 0 0 0,-1-1 0 0,1 0-192 15,1 1 0-15,-1-1 0 0,0-1 0 0,-1-2 0 16,-1-3 128-16,-3-4-128 0,0-5 128 0,-2-1-128 15,-3 0 0-15,-2 2 0 0,-1 4 0 0,-4 4 0 16,-3 3 0-16,0 3 0 0,-3 3-176 0,-2 1 176 16,-3-1 0-16,-4 0 0 0,1-1 0 0,-4-2-128 15,0-1 0-15,-1-4 0 0,-1-4 0 0,1-4 128 16,-1-2-128-16,1 1 128 0,1 3-128 0,0 1 128 16,2 1-128-16,-1 3 128 0,0 3-128 0,1 2 128 15,-2 1 0-15,-1 1 0 0,0 1 0 0,-4-1 0 16,-1-1-128-16,-4-1 128 0,0-1-128 0,-2-4 128 15,1-4 0-15,-1-1 0 0,4-1 0 0,-1 1-128 16,2 1 0-16,1 4 0 0,1 3 0 0,-1 1 128 16,0-2 0-16,-4 3 0 0,-3 1 0 0,-3 1 0 0,-7 1-128 15,-1 0 128-15,-4 2-128 0,2-1-64 0,-2-3 0 16,5 0 0-16,2-1 0 0,0-2 0 0,-1-2 0 0,-1-1 0 0,-1 0 0 0,0 3 192 16,-1 2-128-16,4 3 128 0,2 3-128 0,2 4 128 15,4 2 0-15,4 0 0 0,2 1 0 0,-1-1-192 16,2-2 0-16,-4 0 0 0,-3-1 0 0,-6 2 192 15,-4 2 0 1,-3 2 0-16,-2 1 0 0,0 2-128 0,3 2 0 0,4-1 0 0,2-2 0 0,-4 0 128 16,-5-1 0-16,-8 1 128 0,-5 1-128 0,2 3 0 15,-2 2-240-15,7 0 48 0,5-1 0 0,-5-1 192 16,-7-2 0-16,-3 2 0 0,-2 1 160 0,4 5-160 16,9 3-176-16,7 0 48 0,7-1 0 0,4-1 128 15,6-1 0-15,-1 1 0 16,2 0 0-16,0 3 0 0,0 2-128 0,-2 1 128 0,2 1-128 0,-1 0-112 31,1 0-16-31,1 0 0 0,1-1 0 0,0 0-1216 31,6 0-256-31,2-1-64 0,4 0-13824 0</inkml:trace>
  <inkml:trace contextRef="#ctx0" brushRef="#br0" timeOffset="84095.98">15355 12504 27135 0,'0'0'0'0,"-8"5"0"0,2 1 0 0,-1 2-160 15,0 1-32-15,-2 1 0 0,0 0 0 0,-2 1-48 16,-2 0-16-16,0 2 0 0,-1 2 0 0,-2 1 256 15,-2 2 0-15,-2 9 0 0,2 9 0 0,-1 12 0 16,0 11 160-16,3-3-32 0,1-5 0 0,4 10 320 16,2 11 48-16,3 11 16 0,3 10 0 0,4-1-256 15,4-4-64-15,5 7 0 0,6 6 0 0,3-13-48 16,2-16-16-16,5 8 0 0,0 10 0 0,-1-9-128 16,-4-12 0-16,-1-12 0 0,3-10-176 0,-5-6 176 15,0-3 176-15,-1-5-48 0,2-5 0 0,3-5 320 16,4-3 48-16,2-6 16 0,2-6 0 0,2-6 192 15,1-5 64-15,1-6 0 0,-1-6 0 0,-4-3 0 16,-2-3 0-16,-4-1 0 0,-4-2 0 0,1-3 96 0,-2-4 32 0,-1-8 0 0,-1-9 0 16,2-12-368-1,4-13-64-15,-3 7-16 0,-1 11 0 0,2-10-256 0,-2-12-48 0,0-1-16 16,-3 0 0-16,-2 10-128 0,-1 10-176 0,-3-4 48 16,1-6 0-16,-5-2 352 15,-2-3 80-15,-3 14 16 0,0 13 0 0,-3 5 0 0,-3 3 0 0,-1 0 0 16,-1-2 0-16,-4-2 0 0,-1-3 0 0,-2 3 0 0,-1 4 0 15,-4 6-320-15,-1 6 0 16,1 5 0-16,-1 4 0 0,1 1-192 0,0 0-112 0,1 2-16 16,-1 0 0-16,-1 2 112 0,-4-1 16 0,-3 0 0 0,-5 0 0 0,-3 1 192 15,-3 2-144-15,0 1 144 0,4 1-128 0,3 1 128 16,4 1 0-16,5 2 0 0,3 1 0 0,4 2-336 16,-1 2-48-16,4 2 0 15,3 1 0-15,0 3 0 16,0 2 0-16,-1 2 0 0,3 0 0 15,-1 1-1024 1,0 1-192-16,0 1-64 0,-12 28-13248 16</inkml:trace>
  <inkml:trace contextRef="#ctx0" brushRef="#br0" timeOffset="84819.76">16259 12332 27391 0,'-5'10'0'0,"-1"0"0"0,-1 5 0 0,0 6-208 15,1 5-48-15,-2 1 0 0,-1 1 0 0,3 0 0 16,1 0 0-16,-1 0 0 0,1 1 0 0,2 6 464 15,1 5 96-15,1 13 16 0,1 12 0 0,0 0 608 16,1-2 128-16,2 7 32 0,2 8 0 0,1 10-464 16,2 11-96-16,2-1-16 0,2-3 0 0,3 1-304 15,4 3-64-15,6-14-16 0,4-15 0 0,4 7-128 16,5 8 128-16,-2-12-128 0,0-15 128 0,0-9 256 16,2-7 64-16,8-7 0 0,13-7 0 0,5-2-112 15,5 0-16-15,-7-5 0 0,-11-4 0 0,3-7-48 16,5-8-16-16,4-6 0 0,1-5 0 0,-5-4 0 15,-6-3 0-15,-7-3 0 0,-5-2 0 0,1-7 368 16,4-6 64-16,3-15 16 0,-1-14 0 0,-4-2-320 16,-5 0-48-16,-6 2-16 0,-6 2 0 0,-8-16-144 15,-2-21-48-15,-6 7 0 0,-3 10 0 0,-3-9-400 16,-1-13-96-16,-5 9-16 0,-2 14 0 0,-5 3 384 0,-3-1 0 0,-8 0 0 0,-7-1 128 16,-10 13-128-16,-10 13 128 15,-2 6-128-15,-1 3 128 0,-1-1-128 0,-1-3 0 0,-8-1 0 0,-10 1-176 16,-2 8 176-16,-1 9-128 0,6 5 128 0,10 5-128 15,-3 4 128-15,-3 2-128 0,-3 6 128 16,1 6-128-16,6 5 128 0,7 3-128 0,2 3 128 0,0 1-128 0,-9 9 0 16,-6 9 0-16,2 12 0 0,1 10 0 0,9 3-160 15,6 1-32-15,5-3 0 0,0-3 0 0,2 17 320 16,-1 16 0-16,7-5 0 0,7-10 0 0,7-7 0 31,7-8-160-31,5 2 160 0,9 4-128 16,6 0-256-16,7 0-64 0,5-7 0 0,6-11 0 0,2-5-1632 15,3-3-336-15,2-2-64 0,3 0-10064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2:59:26.8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5887 3595 9215 0,'43'-7'0'0,"-14"3"0"0,2 0 0 0,9-2 0 15,6-2 0-15,13-1 0 0,13-1 0 0,6-1 0 16,1-2-208-16,16 0 64 0,14-1 16 0,1 1 256 16,-2 0 48-16,11 3 16 0,11 2 0 0,10 2-192 15,9 0 0-15,-1 3 0 0,-4 5 0 0,2 5 640 16,5 4 112-16,0 5 16 0,1 2 0 0,-2 3-768 16,-1 1-160-16,-14 1-32 0,-16-2 0 0,-2 0 320 0,3-1 48 15,-17-2 16-15,-19-3 0 0,-7-2-464 16,-3-1-96-1,-12-1-16-15,-13 0 0 0,-11 0-48 0,-13-1-16 16,-12-1 0-16,-12 0 0 0,-14-1 0 0,-16-1 0 0,-14 1 0 0,-13 0 0 0,-16-6 208 0,-13-6 48 0,-15 1 0 16,-12 2 0-16,-21-1 192 0,-19-2 0 0,-11-3 0 15,-9-2 0-15,-9 0 0 0,-8 0 0 0,3 1 0 0,5 2 160 16,6 1 480-16,11 1 112 0,11 3 16 0,15 3 0 16,2 0 608-16,0 0 128 0,24 0 32 0,21 1 0 0,10-1-928 15,7-1-176-15,15 0-48 0,11 1 0 0,14 0 208 16,10 1 48-16,9 0 0 0,7-1 0 0,8-2 0 15,0 0 0-15,16 2 0 0,7-2 0 16,11 0 0-16,9 0 0 0,8-3 0 0,8-5 0 0,28 2-368 16,31 2-64-16,17 0-16 0,15-2 0 0,11-1-192 15,8 0 0-15,-3 0 0 0,-2 0 0 0,-5 1 0 32,-1 1-160-32,-4-1 32 0,-5-1 0 15,-1-2-256-15,0-3-64 0,-15 1 0 0,-14 1 0 0,-2 0 448 0,3 1 128 0,-19 2 0 0,-17 2 0 0,-12 2-128 16,-8 2 0-16,-13 1-128 0,-17 1 128 0,-14 1-128 31,-13 2 128-31,-21-1-128 0,-17 0 128 0,-21-1-752 0,-17-2-64 16,-29-2-16-16,-27-3 0 0,-28-1 672 0,-25-2 160 0,-18 0 0 0,-14-1 0 0,-23 2 0 15,-23 3-128-15,0 3 128 0,1 2-128 0,5 5 128 16,7 4 0-16,18 4 0 0,20 3 0 0,20 2 224 16,16 0 80-16,33 0 16 0,29-1 0 0,15-2-320 15,11-4 0-15,15-1 0 0,13-1 0 0,12-1-256 16,13-1-96-16,12-2-32 0,16-6 0 0</inkml:trace>
  <inkml:trace contextRef="#ctx0" brushRef="#br0" timeOffset="22717.96">4464 12135 12287 0,'0'0'0'0,"8"5"0"0,-1 0 0 0,0 0 304 0,-1 0 64 0,-1 1 16 0,0 2 0 0,-2-2-112 16,2-1-16-16,0 0 0 0,0 1 0 15,-5-6 416-15,5 6 80 0,1 1 16 0,-1-1 0 0,2 1 96 16,1-1 32-16,2 3 0 0,2 1 0 0,2 3-112 16,1 1-16-16,5 2 0 0,1 2 0 0,4 1-608 15,-1 1-160-15,3-2 0 0,-1-2 0 0,0-4 0 16,-1-4 128-16,-2-3-128 15,3-4 128-15,4-5 256 0,6-5 64 0,5-4 0 0,8-4 0 0,2-2-112 16,-1-1-16-16,-5 1 0 16,-6 1 0-16,-1-1 160 0,-2-2 32 0,4 0 0 0,2 1 0 0,2-1-256 15,3-1-64-15,-5-4 0 0,-2-5 0 0,-7-8-192 16,-4-8-256-16,-6-1 48 0,-2 2 16 0,-2 3 352 16,-2 4 80-16,-1 3 16 0,-3 1 0 0,-1-2-256 15,1-2 0-15,-6-2 0 0,-2-3 0 16,-2 3 352-16,-1 3 32 0,-6 6 0 0,-2 7 0 0,-4 4 192 15,0 2 64-15,-6 2 0 0,-6 2 0 0,-5 1-416 16,-4 1-80-16,-12 1-16 0,-10 2 0 0,-6 3-128 16,-1 3-272-16,2 2 64 0,7 2 16 0,-8 4 192 15,-8 2 256-15,-2 3-48 0,-1 4-16 0,9 2 208 16,8 1 48-16,2 1 0 0,-1 1 0 0,-1 7-256 16,-4 7-64-16,6 4 0 0,7 2 0 0,8-1 0 15,6-2 0-15,7-3 0 0,3-2 0 0,5-1 64 16,2 0 0-16,3-1 0 0,2-2 0 0,3 3-192 15,4 2 128-15,2 2-128 0,1 1 128 0,5 1 320 16,1 0 48-16,2-4 16 0,1-3 0 0,5-5-256 16,4-4-64-1,3-3 0-15,2-2 0 0,1-3-864 0,0-3-176 0,2-1-48 16,-1-2 0-16,0-1-2048 16,1-2-400-1,0-4-96-15,40-55-8560 0</inkml:trace>
  <inkml:trace contextRef="#ctx0" brushRef="#br0" timeOffset="23433.08">5479 11749 26623 0,'0'0'0'0,"0"0"0"0,0 0 0 0,0 0 0 16,0 0-208-16,0 0 64 0,6-3 16 0,2 1 128 15,2-1 176-15,2 0-48 0,1 0 0 0,3-1 672 16,6-2 128-16,2-3 32 0,1-2 0 0,9-3 256 16,7-4 48-16,16-5 16 0,15-4 0 0,-1-1-208 15,0 0-48-15,6-1 0 0,12-2 0 0,3 5-656 16,5 4-144-16,5 0-32 0,10 0 0 15,-2 0 112-15,-2 1 16 0,11-2 0 0,13-1 0 0,-1-2 256 16,-1-4 48-16,-2-1 16 0,-2-2 0 0,9 1-640 16,9 2 0-16,-9 1 0 0,-9 2 0 0,0 5 0 15,-3 6 0-15,-3 2 0 0,-1 1 128 0,-3-1-128 16,-1 0 0-16,1 3 0 0,2 1 0 0,-14 2 0 16,-14 0 0-16,-1 2 0 0,6 2 0 0,-12 3-128 15,-6 0-64-15,-11 1 0 0,-5 0 0 0,1 1 192 16,4 0 0-16,-4 1 128 0,-7 1-128 0,-9 1 0 15,-6 0 0-15,-10 2 0 0,-7 0-128 0,-4-2-208 16,-4-2-48 0,-2 0 0-16,-3 0 0 0,-2 0-864 0,-8-2-176 15,0 0-48-15,0 0 0 0,0 0-1536 0,0 0-304 16,0 0-64-16,-10-4-7664 0</inkml:trace>
  <inkml:trace contextRef="#ctx0" brushRef="#br0" timeOffset="24029.76">12020 10473 16127 0,'-2'29'0'0,"2"-8"0"0,-2 4 0 0,1 7 960 16,-1 6 208-16,-1 12 48 0,-1 12 0 0,0-1-624 16,0-5-112-16,1-7-32 0,1-8 0 0,2-1-48 15,0 0-16-15,2-1 0 0,0-1 0 0,-1-4-96 16,1-5-32-16,1-6 0 0,0-6 0 0,-1-5-256 15,0-4 160-15,-2-8-160 0,0 0 128 0,3-8 208 32,0-7 48-32,-3-9 0 0,0-8 0 0,-3-2-880 0,1-3-160 0,-3 2-48 15,1 1 0-15,-3-2 208 0,0-2 48 16,-1-10 0-16,2-10 0 0,-1 0 960 0,4 0 208 0,1 8 48 0,2 8 0 0,5 1-320 0,5-1-48 0,3-5-16 0,2-4 0 0,1 4-384 16,1 6 0-16,2 7 0 0,4 7 0 0,2 4 0 15,1 2 288-15,10 6-32 0,10 4 0 0,7 4 256 16,4 3 64-16,-4 6 0 0,-4 4 0 0,-6 2 352 15,-1 1 80-15,-1 7 16 0,3 5 0 0,-4 9-576 16,-2 6-96-16,-7 2-32 0,-7 0 0 0,-7-3-144 16,-4-4-48-16,-5-2 0 15,-6-2 0-15,-7-3 320 0,-7-3 48 0,-6 2 16 0,-8 1 0 0,-3 3 0 16,-6 3 0-16,2-1 0 0,2-2 0 0,1-2-256 16,2-4-64-16,-3-4 0 0,-2-4 0 0,-2-4 64 31,-3-2 0-31,0-4 0 0,2-4 0 0,2-2-1024 15,4-1-208-15,4-4-48 0,6-2 0 0,2-4-1120 32,5-3-224-32,2-3-64 0,30-50-10288 0</inkml:trace>
  <inkml:trace contextRef="#ctx0" brushRef="#br0" timeOffset="24359.45">13191 10178 37631 0,'-7'8'0'0,"-1"2"0"0,-5 4 0 0,-3 10-368 0,-6 9-64 0,-4 11-16 0,-3 8 0 0,-1 0 112 16,-1-4 16-16,5-2 0 15,1-3 0-15,2 3-208 0,0 2-48 0,5 2 0 0,2 1 0 0,4-3 576 0,3-7 192 0,4-4 0 0,3-6 0 16,7-3 576-16,3-4 96 0,5-1 32 0,2-1 0 0,6-1 400 15,4-2 96-15,6 1 16 0,9 1 0 0,6 2-976 16,7 1-192-16,-5-3-48 16,-5-3 0-16,-6-3-448 15,-4-4-112-15,-5-3-16 0,-2-3 0 16,-1-3-560-16,1-3-112 0,-3-2-32 0,0-3 0 0,-3-2 160 16,-2-1 32-16,-3-2 0 0,-5-1 0 15,-4-3-1024-15,-1-2-208 0,-2 0-48 0,2 1 0 0,-5 0-2304 16,-5-2-448-16,1-3-112 0,0-5 176 0</inkml:trace>
  <inkml:trace contextRef="#ctx0" brushRef="#br0" timeOffset="24810.29">13778 10531 33791 0,'5'28'0'0,"-1"-8"0"0,0 1 0 0,1 3-976 0,0 3-192 16,3 0-48-16,1-1 0 0,2-5 64 0,2-5 0 0,4-5 0 0,1-6 0 0,3-6 1280 0,2-6 256 16,4-3 48-16,0-4 16 0,1-2 816 0,0-1 160 0,-1 0 48 15,-3 1 0-15,-2-1-1232 0,-3-1-240 0,1 2 0 0,-2 2 0 0,3 0 0 16,1-1 0-16,-1 2 0 0,-1 2 0 0,-1 2 0 15,1 1 0-15,-2 3 0 0,-3 2 0 0,-2 3 0 16,-2 2 0-16,-6 3 0 16,-2 4 0-16,-3 2 448 0,-5 2 0 0,-3 4 0 15,-4 4 0-15,-3 10 368 0,-3 9 64 0,-2 7 16 16,0 7 0-16,1-5-208 0,2-6-48 0,2-5 0 0,4-3 0 0,1-3-256 16,3-3-48-16,-1-1-16 0,3 0 0 0,0-1 0 15,1-1 0-15,0-2 0 0,-1-3 0 0,2-3-192 16,1-4-128-16,-1-4 128 0,3-10-128 0,0 0 0 31,0 0 0-31,0 0 0 0,0 0-128 0,-2-9-1440 16,2-7-288-16,2-3-48 0,-2-4-16 15,3-1-1216-15,-1-1-256 0,3 2-64 0,0 1 0 0,1 0 624 16,4-1 112-16,5-2 32 0,3-3-3024 0</inkml:trace>
  <inkml:trace contextRef="#ctx0" brushRef="#br0" timeOffset="24982.09">14505 10643 20735 0,'13'3'0'0,"-4"0"0"0,0 0 0 0,6-1 1216 16,5 0 256-16,3 1 64 0,8 0 0 0,4 1-512 16,4 0-112-16,2 0-16 0,-2 0 0 0,-6 0-608 15,-3 1-128-15,-7-2-32 0,-3-2 0 0,-4-2-304 16,-3-3-64 0,-1 0-16-16,-4-1 0 0,-1 0-768 0,-4-1-144 0,-3 6-48 0,0-7 0 0,-10 2-1792 15,-6 1-352 1,-7 1-80-16,-4 0-3136 0</inkml:trace>
  <inkml:trace contextRef="#ctx0" brushRef="#br0" timeOffset="25161.06">14515 10958 39423 0,'31'6'0'0,"-4"-2"0"0,7-1 0 0,7 0 0 31,5 0 0-31,0 0 144 0,-2-1-144 0,-6 0-1408 15,-7-2-352-15,-3-2-80 0,-3-2-16 0,-2-3-48 16,-3-3-16-16,-3-2 0 0,-2-1 0 0,-2-1-304 16,-2 0-64-16,-1-4-16 0,4-5-5216 0</inkml:trace>
  <inkml:trace contextRef="#ctx0" brushRef="#br0" timeOffset="25386.25">15444 10783 35839 0,'3'46'0'0,"-3"-18"0"0,-3-1 0 0,1-1-160 16,-1-2-32 0,-2-3 0-16,2-2 0 0,1-2-256 0,-1-2-48 0,1-2-16 0,2-2 0 0,0-2-304 15,0-9-64-15,5 8-16 0,-5-8 0 0,0 0 256 16,7 2 64-16,-7-2 0 0,8-3 0 0,5-5-3136 15,2-5-608-15,1-12-128 0,-3-13-1920 0</inkml:trace>
  <inkml:trace contextRef="#ctx0" brushRef="#br0" timeOffset="25713.19">15668 9906 36607 0,'18'15'0'0,"-4"-2"0"0,5 3 0 0,6 7-208 16,9 6-48-16,12 2 0 0,14 0 0 0,2 2 112 15,0 2 16-15,-2 2 0 0,-3 0 0 0,7 15 128 16,9 15 0-16,-7-3 128 0,-8-6-128 0,-8-3 1344 16,-7-2 208-16,-7 6 48 0,-6 5 0 0,-4 0-464 15,-3 1-96-15,-5-10-16 0,-1-10 0 0,-8-4-656 16,-4-4-144-16,-6 4-32 0,-6 4 0 0,-3 1-192 15,-5 0 144-15,-3-7-144 0,0-7 128 0,-1-5 64 16,-3-4 0-16,-6-5 0 0,-3-5 0 0,-7-3-64 16,-6-3 0-1,0-1 0-15,1-1 0 0,2-2-704 0,3-1-160 16,4-1-32-16,5-1 0 0,-1-1-1216 0,4-2-256 0,-5 0-64 0,-4 0 0 16,-3 1-1424-16,-3 0-304 15,0-5-48-15,4-7-6160 0</inkml:trace>
  <inkml:trace contextRef="#ctx0" brushRef="#br0" timeOffset="26552.15">3703 13374 27903 0,'-10'6'0'0,"10"-6"0"0,-8 5 0 0,3 3 304 0,4 2 64 0,-1 1 16 0,4 0 0 0,1 3-624 16,2 2-112-16,5 3-32 15,3 2 0-15,8 9 1136 0,7 8 208 0,9 2 64 0,6 0 0 0,3-3 352 16,3-4 80-16,2-3 16 0,0-3 0 0,18-3-256 16,18-4-64-16,-3 2 0 15,-4-1 0-15,15-2-816 0,17-2-160 0,-10-1-48 0,-12-2 0 0,13-5-128 16,19-5 0-1,-14-6 0-15,-20-6 0 0,6-4 0 0,11-4 0 0,-11 1 0 0,-14 2 0 0,-1-5 128 16,-1-6 0-16,1-5 0 0,1-3 0 0,-11-8 64 16,-11-8 0-16,-1-5 0 0,-1-5 0 0,-2 6 96 15,-3 7 32-15,-8-1 0 0,-6-3 0 0,-12-15-160 16,-12-16-32-16,-11 7 0 0,-9 12 0 0,-11-3-128 16,-15-4 128-16,-7-5-128 0,-6-6 128 0,-4 12 64 15,1 12 0-15,-21 6 0 0,-21 4 0 0,-1-2 256 16,0-1 48-16,-17 3 16 0,-16 4 0 0,-1 5-512 15,2 6 0-15,1 12 0 0,5 11 0 0,-10 10 304 16,-13 8 160-16,18 11 48 0,21 11 0 0,-6 5 96 16,-8 3 32-16,19 0 0 0,20-2 0 0,5 2-416 15,3 3-80-15,5 12-16 0,6 13 0 0,9-2 256 16,8-6 64-16,13-6 0 0,9-6 0 0,7 7-448 16,9 9 0-16,11 1 0 0,12-1 0 0,11-7 192 0,16-8 144 15,4 3 48-15,6 4 0 0,-1 4-208 0,-2 2-48 0,9-7 0 0,12-9 0 16,1-7-352-1,-4-8-80 1,-6-6-16-16,-4-7 0 0,7-2-960 0,11-3-208 0,-6 0-48 0,-7 0 0 0,1-6-1632 16,-1-7-336-16,5-1-64 0,10 1-16 0,-3-2-2144 15,-4-3-432-15,-6-3-96 0,-8-4-1808 0</inkml:trace>
  <inkml:trace contextRef="#ctx0" brushRef="#br0" timeOffset="27305.32">12046 11627 32767 0,'8'7'0'0,"2"-1"0"0,6 2 0 0,9 3 256 15,9 3 48-15,21 0 16 0,22-2 0 0,8-2 656 16,4-1 144-16,22-2 32 0,19-2 0 0,16-1-256 16,15 0-64-16,9-3 0 0,2-3 0 0,9 1 64 15,11 0 0-15,3 0 0 0,-3-2 0 0,5 1-368 16,6 0-64-16,-4 0-16 0,-7 0 0 0,-2 1 0 0,-4 1 0 0,-14 0 0 16,-10 1 0-16,-6 1-448 0,-1 1 0 15,-6 1-208-15,0-1 64 0,-23 0 144 0,-17-1 176 0,-7 0-48 16,-2 0 0-16,-17 0-128 15,-17 0 0-15,-17 0 0 0,-16 0-176 0,-12-3-880 16,-5-3-176-16,-9-2-48 0,-7-1 0 0,-13 0-960 16,-12-1-208-16,-24 0-48 0,-21-2 0 0,-6 2-560 15,-1 1-112-15,-16 2-32 0,-21 3-7104 0</inkml:trace>
  <inkml:trace contextRef="#ctx0" brushRef="#br0" timeOffset="27887.52">12935 12345 18431 0,'10'4'0'0,"-1"1"0"0,0 2 0 0,5 4 704 16,0 3 160-16,1 5 32 0,3 3 0 0,-1 4 192 15,-1 2 64-15,0 1 0 0,-3 0 0 0,0 3 192 16,-2 4 64-16,-1 15 0 0,0 17 0 0,-2 3 0 16,2-2 0-16,-2-3 0 0,-1-6 0 0,-2 11-672 15,2 11-128-15,-1-12-32 0,-1-17 0 0,-2-12-352 16,1-10-80-16,-3-8-16 0,-1-8 0 0,-1-4-128 15,1-11 0-15,0 0 0 16,-9 3-176-16,-2-7-624 0,-1-8-128 16,-1-11-32-16,-2-12 0 0,-1-16-192 0,0-18-64 0,-2 8 0 0,3 10 0 0,-1-2 832 0,4-4 144 0,1-9 48 15,1-11 0-15,7 8 864 0,4 10 176 16,4 4 48-16,4 3 0 0,5-6-368 0,4-6-64 0,4 4-16 0,3 6 0 0,3 10-448 16,2 11 0-16,-2 9 0 0,0 8 0 0,-2 4 0 15,2 4 304-15,-2 2-48 0,2 2 0 0,5 2 624 16,3 2 112-16,2 4 32 0,3 4 0 0,0 6-512 15,-3 5-112-15,-7 9-16 16,-5 9 0-16,-6 6-384 0,-3 3 0 0,-6-4 0 0,-6-7 0 0,-2-1 192 16,-6-3-64-16,-2-3 0 0,-5-3 0 0,-6-1 320 15,-9 0 48-15,-4 2 16 0,-6 1 0 0,-3 0-160 16,0-1-32-16,2-3 0 0,5-3 0 0,3-4-320 31,4-4-128-31,-1-3 0 0,2-2 0 0,0-4-1232 16,0-4-240-16,-2-6-64 0,1-6 0 15,-1-7-1728-15,2-7-368 0,3-2-64 0,2-1-8096 0</inkml:trace>
  <inkml:trace contextRef="#ctx0" brushRef="#br0" timeOffset="28176.89">13967 12120 30719 0,'15'8'0'0,"-7"-2"0"0,-3 0 0 0,-2 3 256 0,-3 2 48 0,-6 2 16 0,-6 1 0 0,-4 4 48 16,-5 3 16-16,-4 10 0 0,-3 9 0 16,0 10 448-16,0 7 112 0,5-2 16 0,0-6 0 0,5 3-112 15,5 4-16-15,3 6 0 16,2 7 0-16,6-4-448 0,2-6-112 16,2-8-16-16,6-9 0 0,2-3 464 0,3-1 96 0,7 2 16 0,4 3 0 0,6 0-416 15,6-2-80-15,2-7-16 0,1-9 0 0,-3-7-320 31,-1-5-240-15,-5-6 48-16,-3-7 0 0,-2-8-768 0,-2-7-160 0,0-10-32 0,0-10 0 0,0-8-2704 16,5-4-560-16,-5-2-96 15,-5-3-7328-15</inkml:trace>
  <inkml:trace contextRef="#ctx0" brushRef="#br0" timeOffset="28581.39">14364 12478 43007 0,'8'35'0'0,"-5"-13"0"0,-1 1 0 0,3 0-256 15,2 1-64-15,-1 2 0 0,2 2 0 0,2 1 0 16,0 0 0-16,0-3 0 0,3-4 0 0,0-5 320 16,0-4 0-16,2-5 0 0,0-5 0 0,1-5 352 15,4-4 128-15,3-6 32 0,5-4 0 0,5-4-256 16,5-2-64-1,-1 1 0-15,0 1 0 0,-3 2-656 0,-3 0-144 0,-5 2-32 0,-3 2 0 0,-4-1 416 0,-3-2 80 16,0 2 16-16,-2 0 0 0,-3 1 128 16,-1 2 176-16,-2 2-48 0,0 1 0 0,0 2 256 0,-8 7 64 0,6-4 0 0,-6 4 0 15,0 0 96-15,5 6 32 0,-3 3 0 0,1 2 0 0,-3 5-160 16,0 6-32-16,-3 3 0 16,0 4 0-16,-2 11 208 0,-2 13 48 0,-2 6 0 0,2 4 0 15,-1-4-64-15,2-7 0 0,-1 0 0 0,1 0 0 0,-1 3-304 16,4 4-64-16,-2-3-16 0,1-8 0 0,-2-8-192 31,1-8 0-31,0-7 0 0,0-6 0 16,0-4-464-16,0-4-144 0,0-3-32 0,5-8 0 0,0 0-864 15,0 0-176-15,0 0-48 0,-6-8 0 0,1-4-1728 16,3-6-368-16,2-12-64 16,5-13-16-16,0-4-912 0,2-1-192 0,1 3-48 0,3 7-640 0</inkml:trace>
  <inkml:trace contextRef="#ctx0" brushRef="#br0" timeOffset="28775.91">15060 12756 31487 0,'16'1'0'0,"-3"1"0"0,4 0 0 0,4-1 1024 15,7-1 192-15,3 0 64 0,2 1 0 0,-2-1-416 16,0-1-80-16,1-3-16 0,1-4 0 0,4 0-96 16,4 1-32-16,-1 0 0 0,-1 1 0 0,-3 1-640 15,-1 1 0-15,-6 1 0 0,-8 1 0 0,-3 1 0 31,-5 0-176-31,-3 1 176 0,-2 0-128 0,-8 0-1536 16,0 0-320-16,0 0-48 16,-52 32-12608-16</inkml:trace>
  <inkml:trace contextRef="#ctx0" brushRef="#br0" timeOffset="28964.71">15255 13100 37887 0,'25'8'0'0,"-9"-4"0"0,6-2 0 0,2-3 656 31,1-2 144-31,4-1 32 0,3-1 0 0,0-1-1392 16,1-1-272-16,-1 1-48 0,-5 0-16 0,-1-1-352 15,-5-1-80-15,-4 1-16 0,-4 0 0 0,-3 1-96 16,-2 1-32-16,-3 1 0 0,-5 4 0 0,3-6-2192 16,1-1-448-16,-4-4-96 0,-2-5-2112 0</inkml:trace>
  <inkml:trace contextRef="#ctx0" brushRef="#br0" timeOffset="29449.16">16105 12787 20479 0,'0'0'0'0,"0"0"0"0,-8-4 0 0,3 1 864 0,5 3 176 0,-10-6 48 0,2 0 0 0,0 1 256 16,0 0 48-16,-1 2 16 0,1 0 0 16,-2 1 0-16,1 1 0 0,-3 2 0 0,2 2 0 15,-3 3-720-15,2 3-144 0,-3 6-32 0,1 5 0 0,0 4-512 16,-2 4 0-16,2 0 0 0,2-2 0 0,2 0 0 15,1-1 0-15,5-1 0 0,3-2 0 0,3 0 256 16,7 0-48-16,2 3-16 0,4 1 0 0,4 2 368 16,4-1 64-16,1-2 16 0,3-3 0 15,-2-4 96-15,-1-7 32 0,-2-5 0 0,0-5 0 0,0-6-576 16,0-6-192-16,0-6 144 0,2-4-144 0,0-2 0 16,3-4 0-16,-5 2-224 0,-2 2 80 0,-4 2 272 15,-4 0 48-15,-2 2 16 0,-4 0 0 0,-4-1 192 16,-3-2 64-16,-3-2 0 0,-4-1 0 15,-4-3-320 1,-1-3-128-16,-2 1 128 0,-3 2-128 0,-1 3-384 16,-2 2-144-16,-1 4-48 0,3 4 0 0,-1 4-608 15,1 3-128-15,-2 1-32 0,2-1 0 0,0 1-1072 16,0 0-208-16,0 2-64 0,-2 1 0 0,-6 1-1936 16,-4 0-400-16,6-1-80 0,7-3-1232 0</inkml:trace>
  <inkml:trace contextRef="#ctx0" brushRef="#br0" timeOffset="29779.55">16399 12104 35327 0,'32'12'0'0,"-12"-1"0"0,5 2 0 0,4 4-160 0,3 3-32 0,10 4 0 0,9 3 0 0,8 15 1136 15,7 16 208-15,-8 3 64 0,-7 0 0 0,-5-4 304 32,-5-6 64-32,1 9 16 0,-3 7 0 0,-3 4-576 0,-3 2-96 0,-7-10-32 15,-6-12 0-15,-5-3-896 0,-4-2 0 0,-6 7 0 0,-5 6-224 16,-8-3 848-16,-4-5 160 0,-6-9 48 0,-5-9 0 16,-5-3-320-16,-3-3-48 0,-2-2-16 0,1-3 0 0,0-3-96 31,1-2-32-31,-5-1 0 0,-5 0 0 0,-9 1-1024 15,-5 3-192-15,0 0-64 0,4-2 0 0,3-2-864 16,7-4-176-16,-16-1-48 0,-17-2 0 0,6-8-3888 16,12-8-784-16,-6-5-144 0,-8-3-3520 0</inkml:trace>
  <inkml:trace contextRef="#ctx0" brushRef="#br0" timeOffset="33457.61">10817 11001 34815 0,'0'0'0'0,"0"0"0"0,5 9 0 0,1 2-208 0,1 4-48 0,1 7 0 0,1 8 0 0,-1 8 256 15,-2 8 0-15,1 2 0 0,-1 0 0 0,-2 0-144 16,-3-2 16-16,1 5 0 0,-2 5 0 0,2 1 128 15,-1 2 176-15,1-9-48 0,4-9 0 16,-2-7 160-16,1-6 32 0,-2-4 0 16,2-5 0-16,-2-4-320 15,2-4 160-15,-2-2-160 0,-3-9 128 0,0 0-768 32,0 0-144-32,0 0-48 0,17-47-12464 0</inkml:trace>
  <inkml:trace contextRef="#ctx0" brushRef="#br0" timeOffset="33773.67">11154 11425 25599 0,'0'0'0'0,"5"10"0"0,0 2 0 0,-2 4 816 15,-1 4 160-15,-1 4 48 0,2 3 0 0,-1 3-576 16,-2 3-96-16,0-2-32 0,0-4 0 0,2-3 256 16,-1-3 64-16,1-3 0 0,1-2 0 0,2-2-160 15,-1-3-32-15,0-2 0 0,1-3 0 0,-5-6-192 16,7 4-64-16,-7-4 0 0,8 1 0 0,0-3 512 15,2-4 112-15,-2-2 16 0,0-3 0 0,2-4-320 16,-2-5-48-16,2-4-16 0,-2-2 0 0,2-2-256 16,3-2-48-16,-1 0-16 0,-1 0 0 0,2 4 64 15,4 3 0-15,-3 5 0 0,1 5 0 0,2 5 0 16,-1 4 0-16,1 3 0 0,-1 4 0 0,0 7 48 16,1 7 16-16,-2 8 0 0,-1 8 0 0,-2 3-256 15,-1 2-160-15,-2-2 32 0,-3-4 0 0,1-5 0 31,-1-5 0-31,-1-3 0 0,0-2 0 0,-2-4-672 0,1-4-128 0,-4-9-32 0,0 0 0 0,0 0-3072 16,1-18-608-16,-2-12-128 0,-1-12-6192 0</inkml:trace>
  <inkml:trace contextRef="#ctx0" brushRef="#br0" timeOffset="34368.44">12482 9860 29695 0,'15'7'0'0,"-9"-2"0"0,-6-5 0 0,0 0-672 16,0 0-128-16,0 0-32 0,0 0 0 0,-8 3 0 0,-2-5 0 0,-7-2 0 0,-1-4 0 0,-10 1 2112 15,-5 0 400-15,-6 2 96 0,-6 3 16 0,-1 4-160 16,2 4-32-16,1 1 0 0,7 1 0 0,-3 3-864 16,-4 2-176-16,-3 7-48 0,-2 5 0 0,-1 5-352 15,2 3-160-15,5-1 128 0,9-3-128 0,3 0 0 16,6 1 0-16,2-1 0 0,4-4 0 0,0 3 0 16,3 3-224-16,2 9 32 0,3 9 0 0,0 3 192 15,2 1 0-15,3-3 0 0,2-4 160 0,6 11 32 0,2 14 0 0,3 6 0 16,-1 5 0-16,3 0-192 0,-2 0 0 15,0 9 0-15,0 8 0 0,-1-3 0 0,0-6 128 0,-1 8-128 0,-1 8 128 0,-2-4-128 16,-3-6 0 0,0 5 0-16,0 8 0 0,-3 1 0 0,1-3 0 15,-1 5 0-15,1 4-176 0,-2 7 176 0,0 6 176 0,1-14-48 0,3-16 0 16,3-1-128-16,4 0 0 16,1-9 0-16,2-9 0 0,3-13 288 0,3-11 32 15,-1-3 0-15,3-1 0 0,0 1 48 16,5 2 16-16,0-7 0 0,5-8 0 0,0-9 0 0,3-7 0 0,0-6 0 0,3-6 0 0,-4-3 144 15,1-2 48-15,-3-3 0 0,0-2 0 0,7-2-64 16,4-2 0-16,7-2 0 0,3-2 0 0,-1-1-48 16,-1-3-16-16,-9-1 0 0,-5-1 0 0,-7 0-192 15,0 1-64-15,-3 0 0 0,-2 0 0 0,-1-2-192 32,3-1 0-32,0-2 0 0,-2-2 0 0,-1-3-1536 31,1-4-368-31,-2-2-64 15,9-65-16416-15</inkml:trace>
  <inkml:trace contextRef="#ctx0" brushRef="#br0" timeOffset="35124.74">16105 9592 39935 0,'13'21'0'0,"-4"-7"0"0,2 1 0 0,4 0 0 16,1-2 0-16,6-1-160 0,8-2 160 0,6-1-288 15,5-1 32-15,5-2 0 0,0-2 0 0,0-1 256 16,-3-3 256-16,1 0-64 0,2 0 0 0,5-2-48 15,10-1-16-15,-3 2 0 0,-3 2 0 0,-6 0 64 16,-5-2 0-16,-4 3 0 0,-4 1 0 0,5 3-192 16,0 2-176-16,0 1 48 0,-1 2 0 0,-4 3-64 15,-3 4 0-15,-4 9 0 0,-4 8 0 0,-6 10-96 16,-4 8-32-16,-2 0 0 0,-3-2 0 0,-2 1 160 16,-6 3 32-16,1 13 0 0,-1 15 0 0,-2-3 128 15,0-6-128-15,0 7 128 0,-2 8-128 0,2 1-112 0,0 0-16 0,2-4 0 16,1-2 0-16,2 6 416 15,-1 8 80-15,0-4 16 0,3-5 0 0,-4 11-256 16,1 9-160-16,1-2 32 0,1-4 0 0,2 3 128 0,1 5 0 0,-1-2 0 0,2-2 0 16,1-1 0-16,-1-1 176 15,1 1-48-15,0 1 0 0,-3-5-128 0,2-4 128 0,-3-2-128 0,-2-4 128 0,-4 2-128 16,-1 1 128-16,-3-14-128 0,-2-17 128 16,-1 1-128-16,-1 3 128 0,-1-4-128 0,-3-5 128 0,1-11 368 15,-1-11 64-15,1-7 16 0,2-6 0 0,-1-3 144 16,-2-3 48-16,1-3 0 0,-3-2 0 0,3 0-112 15,3-1-16-15,-2-3 0 0,-1-3 0 0,0-2-48 16,3-1-16-16,-3-1 0 0,-3-2 0 0,0-1-96 16,-3-1-32-16,-4-1 0 0,0-1 0 15,-3-1 112-15,0 0 16 0,0 0 0 0,-1 0 0 0,1-1-208 32,1-2-48-32,1 1 0 15,1-1 0-15,2 0-912 0,0-1-192 0,2 1-48 0,-2 1 0 0,1-1-704 16,1-1-160-16,-1 2-32 0,-4 2 0 0,-10-1-3008 15,-10-3-624-15,4 1-112 0,6 2-6432 0</inkml:trace>
  <inkml:trace contextRef="#ctx0" brushRef="#br0" timeOffset="36916.01">9381 13325 29695 0,'0'0'0'0,"0"0"0"0,8 5 0 0,7-1 0 0,5 0 0 0,5-1 0 0,4-3 0 0,6-1 0 16,4-2 0-16,-3-2 0 0,-1-1 0 0,2 0 304 16,4 1 64-16,7-1 16 0,8-1 0 0,5 0 96 15,1 0 32-15,-8 0 0 0,-5 1 0 0,-3 3 0 16,3 1 0-16,4 0 0 0,3 0 0 0,-4 1-512 16,-1 0 0-16,-10-1 0 0,-6 0 0 0,-6 0 0 15,-1 0 0-15,-2 1 0 0,-3 0 0 0,-3 0 0 16,1 0 0-16,-2 0 192 0,-5 0-48 0,-2 0-16 15,-3 1 0-15,-9 0 0 0,0 0 0 0,0 0 160 16,0 0 32-16,-9 1 0 0,-4 0 0 0,-4 1-112 16,-3 2-16-16,-4 0 0 0,-1 0 0 0,-4 3-48 15,-9 2-16-15,-10 1 0 0,-11-1 0 0,-2-1 256 16,-1-1 64-16,4 1 0 0,1 0 0 0,-9 0 48 16,-9 0 16-16,6-1 0 0,9 0 0 0,7-1 48 15,7-1 16-15,8-1 0 0,5-1 0 0,7 1-320 16,5 1-48-16,4-1-16 0,6-2 0 0,11-2-192 15,0 0 0-15,8 6 0 0,5-1-160 0,7 0 288 16,8 0 48-16,8-3 16 0,8-5 0 0,17 0 144 16,21 1 48-16,-4 0 0 0,-7-1 0 0,11 0-208 0,15 0-48 15,-8-1 0-15,-9-1 0 0,2 2-128 16,5 1 0-16,2 1 0 0,-2 1 0 0,-15 0 0 0,-15-1-176 0,-7 0 48 0,-4-1 0 0,-4 2-112 31,-4 2-16-15,-10 0 0-16,-8-1 0 0,-9 0-448 0,-11-1-112 0,0 0-16 0,-15 2 0 0,-9 0 464 0,-11 1 96 0,-6 1 16 0,-2 2 0 0,-22 0 256 15,-24-1-160-15,0 1 160 16,5 2-128-16,-12-1 352 0,-14-2 80 0,12 0 16 0,14 1 0 0,2 0 560 16,-2 0 112-16,3 1 32 0,3 1 0 0,13 2-320 15,12 1-48-15,11-3-16 0,7-4 0 0,10 0-256 16,4 0-48-16,8-1-16 0,3-1 0 0,10-2 64 16,0 0 0-16,0 0 0 0,10 3 0 0,6-1-384 15,7 0 0-15,10-5 0 16,13-6 0-16,18 0 224 0,18 2-32 0,-1-1 0 15,-5-1 0-15,13 2-192 0,18 2 144 0,-14 0-144 0,-14 0 128 0,2 1-352 32,7 0-80-32,-9 2-16 0,-12 1 0 0,-11 2-704 15,-12 1-160-15,-13 0-32 0,-11-2 0 0,-4 1 672 16,-6 1 128-16,-5 1 32 0,-5-3 0 0,0 0-64 0,-13 7 0 0,-7-1 0 0,-9-2 0 0,-17 4 448 16,-20 5 0-16,-1 4 0 0,-2 3 128 0,-6 2 192 15,-7 0 64-15,-2 0 0 0,2 0 0 0,11-1 656 16,17-2 144-16,6-1 32 0,6-2 0 0,4-3-512 15,4-1-112-15,6-3-16 0,7-3 0 0,6-1-400 16,9-1-176-16,6-4 128 0,11 4-128 0,12-1 384 16,13-1 0-16,3-1 0 0,5-1 0 0,25-2-96 15,23-2-32-15,0-1 0 0,-5-1 0 0,18-2-96 0,20-2-32 16,-10 2 0-16,-12 2 0 0,4-1-128 16,6-2-272-1,-13 3 64-15,-15 2 16 0,0 2-768 0,1 1-160 16,-16 1-32-16,-14 0 0 0,-15 1 160 0,-11-1 32 0,-12 0 0 0,-6 0 0 0,-12 0-320 15,0 0-48-15,0 0-16 0,-17 6 0 0,-11 0-256 32,-15 0-48-32,-11-2-16 15,-121-27-13456-15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3:01:56.4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6532 12990 29695 0,'1'34'0'0,"-2"1"0"0,-1 17 0 0,0 9 400 16,-1 8 96-16,-3-3 16 0,-1-5 0 0,0 14-320 15,-1 16-48-15,0-6-16 0,-2-10 0 0,3-2 368 16,-1-1 64-16,2-2 16 0,-1 0 0 0,2-9 192 15,0-10 64-15,2-9 0 0,1-9 0 0,2-6-256 16,-1-4-64-16,-1-4 0 0,2-5 0 0,0-3-256 16,0-3-48-1,0-8-16-15,0 0 0 0,0 0-512 0,0 0-96 0,-5-7-32 16,3-6 0-16,-1-7-2352 0,3-6-464 0,-3-15-112 16,1-17-8784-16</inkml:trace>
  <inkml:trace contextRef="#ctx0" brushRef="#br0" timeOffset="286.05">6420 12736 27903 0,'13'-18'0'0,"-1"8"0"0,2 0 0 0,8 1 1072 15,4 0 208-15,10 3 64 0,10 3 0 0,5 7-576 16,6 5-96-16,-7 8-32 0,-7 6 0 0,-4 7-96 16,-3 6-32-16,1 1 0 0,-1 1 0 0,-3-4-352 15,0-6-160-15,-7-1 128 0,-3-3-128 0,-8-1 240 16,-7-1-48-16,-6 3 0 0,-9 4 0 0,-11 7 160 15,-6 7 32-15,-8-1 0 0,-4-2 0 0,0-5 96 16,3-5 32-16,-7-4 0 0,-4-4 0 0,-7-4-256 16,-5-4-64-16,2-2 0 0,4 0 0 0,6-3-192 31,10-3 144-31,1-2-144 0,1-2 128 0,3-2-1024 16,-1-2-192-16,2-1-64 0,-1 0 0 0,1-3-1328 15,5-2-272-15,7-2-48 0,7-3-16 0,11-9-1840 16,11-11-368-16,5-7-80 0,3-6-832 0</inkml:trace>
  <inkml:trace contextRef="#ctx0" brushRef="#br0" timeOffset="617.02">7484 12522 39167 0,'-17'11'0'0,"4"0"0"0,-7 4 0 15,-3 5 0-15,-6 5 0 0,-1 13 0 0,2 13 0 0,0 9 0 16,-3 6-208-16,-5-5 64 0,-3-7 16 0,-7 11 0 16,-5 13 0-16,3 1 0 0,7 0 0 0,5-3 128 15,6-3 176-15,7 7-48 0,7 6 0 0,4-10 64 16,6-14 0-16,3-10 0 0,7-9 0 0,1 0 560 16,5 0 112-16,8 2 32 0,5 2 0 0,12-3-320 15,9-4-48-15,4-8-16 0,1-8 0 0,-3-5-192 16,-5-5-64-16,-2-3 0 0,-4-3 0 15,3-2-256 1,1-2 0-16,-1-1 0 0,-2-2 0 0,-3-2-304 16,-2-1-112-16,-4-1-32 15,-7-1 0-15,-5-1-704 0,-2-2-160 0,-5-1-32 0,-3-2 0 16,-2-5-1472-16,1-4-320 0,-4-7-48 0,-4-7-9168 0</inkml:trace>
  <inkml:trace contextRef="#ctx0" brushRef="#br0" timeOffset="2005.99">8005 13266 25599 0,'-13'-5'0'0,"0"4"0"0,-2 1 0 0,-3 4 608 15,-5 2 128-15,-5 3 32 0,0 1 0 0,-3 2-768 16,1 1-160-16,3 0-32 0,2 1 0 0,5 1 192 16,2 1 0-16,2 0 0 0,3 0 0 0,4 0 128 15,8-1 48-15,1 1 16 0,3 1 0 0,5-1-192 16,7-2-176-16,6 0 48 0,9 0 0 0,6 2 656 15,10 1 144-15,0 0 32 0,-3 1 0 0,-5 1-64 16,-6 0 0-16,-4 1 0 0,-5 0 0 0,-3 0-304 16,-5-1-64-16,-4-2-16 0,-1-2 0 0,-5 0-96 15,-2 0-32-15,-3-1 0 0,-3-2 0 0,-2 1 64 0,-5-1 0 16,-1 1 0-16,-4-3 0 0,0-2 192 0,-3-2 64 16,-2-2 0-16,-3-1 0 0,0-2 192 0,-3-2 64 15,3-1 0-15,2 0 0 0,1-2-416 16,2-2-80-1,5-1-16-15,3-1 0 0,5 1-512 0,5-2-96 0,3 1-32 0,6 0 0 16,5-1-304-16,4-2-64 0,5-1-16 0,5-1 0 0,2-1 464 0,1-1 96 0,0-2 16 0,-3-2 0 0,5-2 256 16,5-3 0-16,7-4 0 0,5-3 144 0,0 2 48 15,1 1 0-15,-8 4 0 0,-5 2 0 0,-7 1-192 16,-3-1 0 0,-5 0 0-16,-2-1 0 0,-3 0 0 0,-1 0 0 0,-4-2 0 0,-2-4 0 0,-4-3 128 15,-5-2 0-15,-4 1 0 0,-3 5 0 0,-2 5 320 16,-4 5 48-16,1 6 16 0,-3 4 0 0,1 5 96 15,-2 4 32-15,-1 5 0 0,-1 4 0 0,-1 10-416 16,-1 9-80-16,-3 7-16 0,-1 2 0 0,-1-2-128 16,2-3 0-16,4-4 0 0,3-3-176 0,4 1 176 15,7 0 0-15,4 3 0 0,7 2 0 0,7 1 176 16,5 1 64-16,1-5 16 0,2-5 0 16,0-8 96-16,2-7 32 0,0-5 0 0,-1-5 0 0,6-10-384 31,4-9-128-31,6-6 0 0,2-6 0 0,1 1-368 15,-2 1-64-15,-5 1-16 0,-7 1 0 0,-4 0 64 0,-6-1 0 0,-4-6 0 0,0-7 0 0,-2-4 512 16,-3-5 192-16,-2 5 0 0,0 4 0 16,-3 5-48-16,0 4-16 0,-3 2 0 0,1 1 0 0,-1 1 0 15,-2 1 0-15,-2 3 0 0,2 2 0 0,-3 4-128 0,1 5 128 16,-1 5-128-16,3 9 128 0,0 0 416 0,0 0 80 16,-7 10 16-16,-1 6 0 0,0 6-640 0,2 5-192 15,-1 3 0-15,-3 1 0 0,3 7-48 0,1 7-16 16,-1 9 0-16,2 8 0 0,0-3 256 15,2-8-144-15,2-7 144 0,1-6-128 0,1-4 128 16,3-3 0 0,-1-1 0-16,0 0 0 0,0-1-960 0,1-3-144 0,-1-5-48 0,0-4 0 0,-1-5-1584 15,-1-4-320 1,-1-8-64-16,0 0-16 0,0 0-2352 0,-6-13-464 0,-1-3-112 16,-3-3-16-16</inkml:trace>
  <inkml:trace contextRef="#ctx0" brushRef="#br0" timeOffset="2139.44">8809 13323 36095 0,'0'0'0'0,"10"5"0"0,3 0 0 0,0 1 1280 16,0 2 256-16,3-1 48 0,-1-1 16 0,3 1-1440 31,2 0-160-31,1-2-272 0,4-1 64 0,0-1-608 16,1-2-112-16,-2-1-32 0,1-2 0 0,1-1-2560 16,-1-3-512-16,0-5-96 0,-4-6-6864 0</inkml:trace>
  <inkml:trace contextRef="#ctx0" brushRef="#br0" timeOffset="2285.8">9539 13378 39167 0,'11'30'0'0,"-4"-6"0"0,1 4 0 0,2 7 400 31,-2 6 96-31,0-2 16 0,-3-2 0 0,0-6-2368 0,0-5-448 0,-1-6-112 16,-3-6-11632-16</inkml:trace>
  <inkml:trace contextRef="#ctx0" brushRef="#br0" timeOffset="2626.84">9825 13549 38655 0,'6'30'0'0,"-1"-13"0"0,-2-3 0 0,2-3-832 16,0-5-144-16,-5-6-48 0,8-3 0 0,-3-7 880 0,0-7 144 0,-1-3 0 0,-1-4 128 0,3 0 1072 15,-1-1 208-15,2 4 64 0,1 2 0 0,2 2-416 16,0 1-80-16,0 1-16 0,1 0 0 0,-1 2-608 16,0 3-128-16,2 1-32 0,-1 0 0 0,1 2-192 15,-2 3-160-15,0 2 32 0,0 2 0 0,-2 3-112 16,0 1-16-16,1 2 0 0,2 2 0 0,-3 5 576 15,-4 4 96-15,-1 3 32 0,2 1 0 0,-2 5-112 16,0 5-16-16,-1 1 0 0,3 0 0 0,-2-1-320 31,-1-1-128-31,-2-5 0 0,2-4 0 0,-1-7-1024 16,-1-14-208-16,0 0-48 0,0 0 0 0,-5-8-1840 16,2-10-368-16,-7-10-80 0,-1-9-8864 0</inkml:trace>
  <inkml:trace contextRef="#ctx0" brushRef="#br0" timeOffset="2765.95">9522 12940 42751 0,'17'14'0'0,"-7"-3"0"0,1 2 0 0,4-3-1088 0,1-2-192 0,3-1-64 0,-1 0-14400 0</inkml:trace>
  <inkml:trace contextRef="#ctx0" brushRef="#br0" timeOffset="3123.43">10356 12109 44287 0,'0'0'0'0,"10"-1"0"0,1 0 0 0,1 4-672 16,1 2-128-16,0 4-32 0,0 4 0 0,2 7 320 0,3 6 48 0,0 15 16 0,0 14 0 0,7 13 656 15,6 12 144-15,4 1 32 0,5-2 0 0,4 16 1216 16,1 15 256-16,-6 0 64 0,-6-3 0 0,-7 3-672 16,-3 5-128-16,-6-2-32 0,-6-1 0 0,-1-7-512 15,-5-9-96-15,0-6-32 0,-5-4 0 0,-2 0 112 0,-4 1 16 0,-4-13 0 0,0-16 0 0,-3-5-208 16,-5-2-48-16,-5 0 0 0,-5 1 0 0,-6-5-192 31,-6-6-128-15,1-8 128-16,-1-9-128 0,3-7-752 0,8-6-208 15,2-4-64-15,1-4 0 0,1-4-1376 0,2-5-288 16,-3-4-48-16,-2-5-16 0,0-7-3216 0,4-8-656 16,7-1-128-16,9 2-3760 0</inkml:trace>
  <inkml:trace contextRef="#ctx0" brushRef="#br0" timeOffset="3888.73">11595 12940 37631 0,'0'0'0'0,"6"2"0"0,4 0 0 0,2 0 0 16,1 0 0-16,3 0 144 0,-1 0-144 0,0-1 240 15,1 0-48-15,2-1 0 0,2 0 0 0,3-1-192 16,5 0 144-16,3 0-144 0,6 0 128 0,-1 0 256 15,1 0 64-15,-3-1 0 0,-3-1 0 0,-3 1-256 32,-2 1-64-32,-6 0 0 0,0-2 0 0,-4 2-448 15,-1 1-112-15,0 1-16 0,-2-1 0 0,0 0-960 16,-1-2-208 0,-2 0-48-16,4 0-12432 0</inkml:trace>
  <inkml:trace contextRef="#ctx0" brushRef="#br0" timeOffset="4068">11852 13311 46847 0,'77'0'0'0,"-31"-1"0"0,0-2 0 0,0-1-1088 16,0-1-192-16,8-2-64 0,9-2 0 0,-2-3-1216 31,-1-4-256-31,-10-1-64 0,41-37-10816 0</inkml:trace>
  <inkml:trace contextRef="#ctx0" brushRef="#br0" timeOffset="5258.58">13680 11953 13311 0,'14'10'0'0,"-5"-2"0"0,6 1 0 0,-1 2 1584 16,4 1 320-16,7 0 64 0,8-2 16 0,8-2-832 16,11-2-144-16,-1-5-48 0,-3-5 0 0,-2-4-48 0,-2-5-16 15,-1-6 0-15,3-6 0 0,2-2-448 16,3-1-112-16,-4 1-16 0,-3 3 0 0,-6 2-48 0,-9 0-16 0,-4 2 0 0,-4 0 0 0,-6 0 64 16,-2-2 0-16,-3 0 0 0,-5-2 0 0,-2 0-64 15,-1-1 0-15,-4 1 0 0,-3 0 0 0,-5 2-512 16,-3 2-96-16,-5 2-32 0,-5 3 0 0,-10 4 384 15,-9 4 0-15,-4 6 0 16,-3 6 0-16,5 7 0 0,3 7 0 0,1 5 0 0,3 4 0 0,-8 3 336 16,-6 2 144-16,-1-2 32 0,-1-3 0 15,5 3-64-15,6 3 0 0,7 8 0 0,9 8 0 0,6 3 112 16,7 1 16-16,7-5 0 0,4-9 0 16,5-5 48-16,5-4 16 0,7-5 0 0,8-5 0 0,8-2 256 15,10-2 48-15,7-1 16 0,10-2 0 0,-6-2 0 16,-6-4 0-16,-1-5 0 0,1-7 0 0,6-3-624 31,10-2-112-31,-4 0-32 0,-3 2 0 16,-9-3-1024-16,-8-2-192 0,-7-1-64 0,-5 0 0 0,-6-1-400 15,0 0-96-15,-5-1-16 0,-4-1 0 0,-1-2-144 16,-2-2-48-16,-3-1 0 0,-2-3 0 0,-1 0-352 16,-2-1-80-16,0 1-16 0,2 2-7904 0</inkml:trace>
  <inkml:trace contextRef="#ctx0" brushRef="#br0" timeOffset="5815.05">15355 10497 27391 0,'-14'-8'0'0,"2"5"0"0,-3 0 0 0,0 2 560 15,-3 3 112-15,-5 3 32 0,-4 3 0 0,-8 5-704 16,-8 5-272-16,-1 4 16 0,1 5 0 0,4 11 448 15,3 12 112-15,3 6 16 0,4 6 0 0,1-5 560 16,0-7 112-16,4-4 32 0,4-2 0 0,5 2-672 16,8 4-128-16,4-4-32 0,8-5 0 0,3-7 208 15,7-6 48-15,2-8 0 0,2-6 0 0,3-6 0 16,-1-5 0-16,2-5 0 0,4-5 0 0,3-8-160 16,4-7-32-16,2-6 0 0,2-5 0 0,-2-2-400 15,0 0-96-15,-3 4-16 0,-5 4 0 0,-5 3 256 16,0 1 160-16,-5 2-32 0,0 2 0 0,-1 1-128 15,-3 0 0-15,-2 1 0 0,1 1-176 0,0 4 176 16,-1 3 0-16,-1 3 128 0,-1 2-128 0,2 5 0 0,-1 4-128 16,-1 5 0-16,3 3 0 0,-3 3 352 15,1 2 80-15,-1 1 16 0,-1 1 0 0,0 2-112 0,4 2-16 0,-1 5 0 16,1 5 0-16,4 2-192 0,3 2-160 0,0-5 32 0,1-6 0 16,-1-5 0-1,1-4 0 1,-1-7 0-16,-2-4 0 0,2-4-1648 15,-2-5-320-15,0-4-64 16,36-66-11632-16</inkml:trace>
  <inkml:trace contextRef="#ctx0" brushRef="#br0" timeOffset="5975.4">16118 10800 38911 0,'25'6'0'0,"-4"-1"0"0,7 0 0 0,9-2 0 47,9-3-208-47,0-1 64 0,32-27-15296 0</inkml:trace>
  <inkml:trace contextRef="#ctx0" brushRef="#br0" timeOffset="6210.38">16413 10366 35071 0,'-11'56'0'0,"4"-21"0"0,-1-1 0 0,3 2 912 16,0 2 192-16,2 12 48 0,1 14 0 0,2 0-1024 0,2-2-128 0,1-10-192 0,2-11 64 15,2-5 128-15,-1-4 176 16,3-2-48-16,0-3 0 0,0-2-400 15,0-3-96 1,-2-3-16-16,1-5 0 0,-1-5-512 0,-7-9-96 0,8-2-32 0,-1-6 0 0,1-5-1424 16,2-5-304-16,4-2-48 0,5-2-8000 0</inkml:trace>
  <inkml:trace contextRef="#ctx0" brushRef="#br0" timeOffset="6620.02">16999 10160 39935 0,'0'38'0'0,"0"-3"0"0,2 11 0 16,-4 5 0 0,0 2 0-16,1-6-160 0,-1-8 160 0,1-5-1216 0,-1-6-144 0,0-6-48 0,2-4 0 0,0-4 928 15,2-4 176-15,0-2 48 0,-2-8 0 0,8 5 1216 16,5-2 256-16,5-2 64 0,8-1 0 0,7-1-256 15,11-1-64-15,4 0 0 0,0 1 0 0,-4 0-768 16,-1 0-192-16,3 0 0 0,6-1 0 0,5 2 0 16,2 2-160-16,-5 2 32 0,-6 3 0 0,-9 3-64 15,-7 3 0-15,-6 2 0 0,-5 2 0 0,-3 6 64 16,-3 4 0-16,-7 4 0 0,-1 3 0 0,-5-3 128 0,-6-2 176 16,-1-3-48-16,-3-4 0 0,-5-1 112 0,-5-1 16 0,-5-5 0 0,-7-4 0 15,-11-2 144-15,-11-2 48 0,-6 0 0 16,-1 0 0-16,6-3 256 0,7-1 48 0,0-3 16 15,0-2 0-15,-7-1-576 16,-4-1-192-16,2-1 144 16,5 0-144-16,8-2-576 0,6-2-208 0,8-2-48 0,2-2 0 0,3-1-1024 15,2-2-192-15,1-2-64 0,2-2 0 0,3-2-1216 16,2-1-256-16,5-5-64 0,5-6-6720 16</inkml:trace>
  <inkml:trace contextRef="#ctx0" brushRef="#br0" timeOffset="7426.22">17674 9922 27903 0,'0'0'0'0,"0"0"0"0,4 5 0 0,1 1 144 16,2 1 48-16,-1 1 0 0,4 0 0 0,-2 1-192 16,-1 0-272-16,1 1 64 0,4 0 16 0,1 4 608 15,2 4 128-15,4 2 32 0,4 1 0 0,9 2 400 0,10 2 96 0,6 5 16 0,4 3 0 16,-4 14-208-16,-1 14-48 0,-3 1 0 0,-1-1 0 15,8-7-304-15,7-7-64 0,-1 0-16 0,2 2 0 0,-10 3-144 16,-6 3-48 0,-5-4 0-16,-2-8 0 0,0-6-256 0,2-7 0 0,-2-7 0 0,1-5 0 15,-4-3 160-15,-3-3-32 0,-6-3 0 16,-6-3 0-16,-3-1-128 16,-2-2 128-16,-5-1-128 0,-8-2 128 0,0 0-608 15,2-7-128-15,-2-1-32 0,-5-2 0 0,-3-2-1216 16,-2-2-256-16,-5-4-64 0,-3-4 0 0,-5-7-1216 15,-1-6-256-15,-1-3-64 0,0-3-4656 0</inkml:trace>
  <inkml:trace contextRef="#ctx0" brushRef="#br0" timeOffset="7731.59">18713 9922 34559 0,'-26'38'0'0,"7"-9"0"0,-4 4 0 0,-3 2 304 16,-2 1 64-16,-2 2 16 0,-1 2 0 0,-8 15 48 15,-11 18 16-15,-2-3 0 0,-2-7 0 0,4-5 352 16,9-6 80-16,5 1 16 0,8 1 0 0,2 0-112 0,3 1-16 16,0-8 0-16,3-8 0 0,-1-9-448 0,0-7-112 15,-15 11 176-15,18-22-384 0,2-3 144 16,-1-1-144-16,1-2 128 0,-1-2 0 15,-1-1 0 1,2-1 0-16,1-2 0 0,2 0-912 0,0 0-192 0,1 0-48 16,2 0 0-16,1-1-656 0,0-1-144 0,1 0-32 0,0-1 0 15,8 3-912-15,-7-2-192 0,-1 2-48 0,0 3-7808 0</inkml:trace>
  <inkml:trace contextRef="#ctx0" brushRef="#br0" timeOffset="9253.54">2282 7820 16383 0,'-19'-6'0'0,"7"3"0"0,-1 0 0 0,3 0 1328 16,0 0 272-16,4 0 48 0,6 3 16 0,0 0-1024 15,0 0-208-15,0 0-48 0,0 0 0 0,6-2-256 16,4 1-128-16,3 1 128 0,4 2-128 0,4 2 0 16,5 2 0-16,-1 2-224 0,1 0 80 0,2-1 144 15,2-2 0-15,6-3 0 0,5-4 0 0,9-2 0 16,9-1 176-16,2 0-48 0,-2 2 0 0,-5-3 64 16,-1-4 0-16,4-1 0 0,9 0 0 0,1 1-64 15,1 1 0-15,-6-2 0 0,-5-3 0 16,1 0 160-16,2-1 32 0,3 0 0 0,-1-3 0 0,-6-1-320 15,-3-2 160-15,-9 0-160 0,-8-1 128 0,-1-1 0 16,-3-3 0-16,-4-1 0 0,-1 0 0 0,-5 0 160 16,-4 1 32-16,-6 3 0 0,-6 2 0 0,-6 3 96 15,-5 1 32-15,-6 2 0 0,-6 1 0 0,-7-1-112 16,0-2-16-16,-4 1 0 0,-2 2 0 0,-6 3-320 16,-10 1-128-16,-11 3 0 0,-11 3 0 0,2 2 0 15,4 2 0-15,-4 4 0 0,-3 3 0 0,-9 3 0 0,-4 1 0 16,8 3 0-16,7 1 0 0,-4 0 128 0,-6-1-128 15,3 5 128-15,5 4-128 0,5 7 128 0,9 5 0 0,4 4 128 0,5 3-128 0,0-1 0 16,3-1 0-16,5-3 0 0,7-4-128 16,8 0-112 15,5-2-16-31,10 7 0 16,70 81-11776-16</inkml:trace>
  <inkml:trace contextRef="#ctx0" brushRef="#br0" timeOffset="10444.28">18981 10063 20991 0,'0'0'0'0,"0"0"0"0,0 0 0 0,0 0 0 0,2-7 0 0,-2 0 0 0,0 0 0 0,-2-1 144 16,1-1 48-16,-1 0 0 0,0-1 0 0,-1 0 352 15,1-1 80-15,1-1 16 0,-1 0 0 0,0 0 96 16,-1-1 32-16,1 0 0 0,-1 1 0 0,-2 0-368 15,2-1-64-15,-2 2-16 0,-2 0 0 0,-1 2 112 16,-5 3 16-16,-2 2 0 0,-3 2 0 0,-6 5-64 16,-6 5 0-16,-4 6 0 0,-3 5 0 15,-2 7 0-15,1 7 0 0,3 1 0 0,4-1 0 0,-1 0-144 16,0 0-48-16,-5-3 0 0,-2-2 0 0,-5 4-192 16,-4 2 0-16,5 8 0 0,5 8-160 0,4-1 160 15,9-2 0-15,4-6 128 0,5-7-128 16,2-4 0-16,6-4 0 0,0-4 0 0,5-5 0 0,1-2 176 15,4-1-48-15,3-2 0 0,3-1 0 0,3 1 160 16,3 2 32-16,5 1 0 0,6 0 0 0,11-2 48 16,10-2 16-16,2-4 0 0,1-4 0 0,-5-5-64 15,-1-6 0-15,0-4 0 0,4-4 0 0,3-1-192 16,3 0-128-16,-4 3 128 0,-4 2-128 0,-7 0 0 16,-7-1 0-16,-7-1 0 0,-4 0-128 0,-7 0 448 15,-1-1 112-15,-6 0 16 0,-2-1 0 0,-4 0 0 16,-4 0 0-16,-2 1 0 0,-4 0 0 0,-5 0-448 15,-5 0 0-15,-6 3 0 0,-8 3 0 0,-6 3 0 16,-6 4-224-16,3 4 32 0,0 4 0 16,5 3 608-16,2 3 128 0,-4 4 32 0,-1 2 0 0,-5 2-320 0,-6-1-48 0,3 0-16 15,4-1 0-15,7 0-192 0,7 0 144 0,7 0-144 16,6-1 128-16,4-1-128 0,3-1-176 0,4 0 48 16,2 0 0-16,5 1-112 0,5 1-16 0,0-1 0 0,5-1 0 15,3-2 112 1,7-2 16-16,3-4 0 15,7-3 0-15,2-4-832 0,6-4-144 0,-2-3-48 0,-3-2 0 0,-2-1-1424 16,-4-1-304-16,-3-1-48 0,3-2-9488 0</inkml:trace>
  <inkml:trace contextRef="#ctx0" brushRef="#br0" timeOffset="10984.15">19055 10206 38655 0,'12'19'0'0,"-6"1"0"0,2 8 0 0,-1 8 0 15,0 7 0-15,-3-2 0 0,-2-3 0 0,-2-5 0 16,0-6 0-16,-2-3-160 0,1-3 160 0,-2-3-128 16,-1-3 128-16,3-2-128 0,-1-2 128 0,0-2 224 15,2-9 128-15,0 0 32 0,0 0 0 0,0 0-112 16,0 0-16-16,0 0 0 0,0 0 0 0,5-4 416 15,2-3 80-15,1-3 16 0,5-2 0 0,0-3-512 16,5-3-112-16,0-4-16 0,5-4 0 0,2-9 0 16,1-9 0-16,-1-1 0 0,-2 0 0 0,1 6-352 0,-1 5-80 15,2 4-16-15,1 3 0 0,5 3 320 0,5 2-160 16,5 2 160-16,4 3-128 0,-1 2-64 0,0 2 0 16,-8 3 0-16,-4 2 0 0,-6 4 192 0,-5 3-128 0,-3 4 128 0,-3 2-128 15,-7 4-112-15,-1 3-16 0,-4 3 0 0,-3 2 0 0,-5 0 112 16,-5 2 16-16,-6 0 0 0,-2 0 0 0,-12 4 128 15,-11 4-128-15,-10 6 128 0,-4 4-128 0,2 0 128 16,5-3 0-16,7-4 128 0,7-4-128 0,3-3 224 16,3-4-32-16,3-2 0 0,4-3 0 0,5-2 64 15,1-2 0-15,5-1 0 0,5-2 0 0,5-7-256 16,2 10-256-16,3-2 48 16,6-2 16-16,3 0 352 0,2-1 80 0,3-1 16 15,1-2 0-15,1-2 0 0,4-2 0 0,3 0 0 0,4-1 0 0,3-1-112 16,6-1-16-16,-3-1 0 0,-2-1 0 0,-5 0-352 31,-3 1-80-31,-5-1-16 0,-5-1 0 16,-3-3-1728-1,-4-3-368-15,-1-1-64 16,5-46-12224-16</inkml:trace>
  <inkml:trace contextRef="#ctx0" brushRef="#br0" timeOffset="11513.01">19833 10156 18175 0,'0'0'0'0,"0"0"0"0,2 10 0 0,-2 2 1120 16,-2 1 224-16,0 3 64 0,1 4 0 0,-3 4-368 15,1 4-64-15,1 4-16 0,-2 3 0 0,0-2 112 16,1-3 16-16,1-2 0 0,2-2 0 0,-3-4 0 16,1-3 0-16,2-3 0 0,0-2 0 0,0-1-368 15,-1-2-64-15,1-2-16 0,0-9 0 0,0 0-304 0,0 0-64 16,0 0-16-16,0 0 0 0,0 0 208 0,0 0 48 0,0 0 0 0,3-11 0 0,0-2-208 16,-3-2-48-16,2-2 0 0,3-2 0 0,-2-6-256 15,-1-5 160-15,1-6-160 0,2-4 128 0,3 1 0 16,-1 1 0-16,1 5 0 0,5 6 0 0,0 3-128 15,2 1 0-15,1 3 0 0,5-1-176 0,2 2 176 16,0-1-128-16,2-1 128 0,-1-1-128 0,-1 0 128 16,2 0 0-16,-2 2 128 0,-2 2-128 0,-1 3 272 15,0 2-16-15,-2 1 0 0,0 2 0 0,0 2-48 16,0 2-16-16,0 3 0 0,3 1 0 0,-4 3-192 16,-1 2-256-16,-3 2 48 0,-3 1 16 0,-3 1-160 31,1-1-32-31,-5 1 0 0,1 1 0 0,-4 0-608 15,-4 0-128-15,0 1-32 0,-5 0 0 0,-2 1-560 16,-4 0-112-16,-3 1-32 0,0 0 0 0,0 0-448 16,1-1-112-16,-1 0-16 0,-1 0 0 0,1 1 320 15,1 0 48-15,1 0 16 0,-1-1 0 0,-2 0 912 0,-1 0 192 0,0 0 48 0,-1 0 0 0,-1-1 1376 16,3-1 288-16,-1 1 48 0,5 0 16 0,0 0 448 16,4 1 112-16,4 0 16 0,2 0 0 0,5 0 144 15,5 1 48-15,2 0 0 0,4 1 0 0,3 0-320 16,4 0-48-16,3-1-16 0,2 0 0 0,0-2-48 15,3-2-16-15,-3-1 0 0,-3-1 0 0,1-2-512 16,-1-2-96-16,-2 0-32 0,0 0 0 0,-3-2-512 31,3-1 0-31,-3 0 0 0,-2 0 0 0,-2-1-1280 0,-4-1-144 16,-7 4-48-16,0 0 0 0,-2-7-560 0,-4 0-112 16,-4 3-32-16,-5 2 0 0,0 4-512 0,-1 2-96 15,-2 2-32-15,-2 1-2960 0</inkml:trace>
  <inkml:trace contextRef="#ctx0" brushRef="#br0" timeOffset="11695.57">19974 10525 29951 0,'27'11'0'0,"-7"-4"0"0,6 0 0 0,-1 0 816 16,1-2 160-16,-1 1 48 0,0 1 0 0,-1-3 96 15,2-3 32-15,2-1 0 0,2 0 0 0,3 0-624 16,1 0-112-16,-2 0-32 0,-3-1 0 0,-4 1-256 16,-4-1-128-16,-4 0 128 0,-4 0-128 0,-4 0 128 31,-2 0-128-31,-7 1 128 0,0 0-128 0,0 0-528 15,0 0-192-15,0 0-48 0,0 0 0 0,-5-6-1984 16,-3 2-416-16,-5 3-80 0,-5 2-8528 0</inkml:trace>
  <inkml:trace contextRef="#ctx0" brushRef="#br0" timeOffset="12963.84">12958 13052 27391 0,'17'-3'0'0,"-1"2"0"0,10 0 0 0,11 0 192 0,11-2 64 0,5 2 0 0,1 0 0 0,10-2 192 16,10-3 64-16,13 0 0 16,13 2 0-16,15-3 608 0,11-3 128 0,1-1 32 0,2-2 0 0,14-1 48 15,19-1 16-15,9-2 0 0,8-2 0 0,13-6-368 16,14-7-64-16,6-4-16 0,8-4 0 0,16 2-608 15,17 2-128-15,1 6-32 0,-3 7 0 0,-3 4-128 16,-2 3 0-16,2 1 0 0,1-1 0 16,10 1 0-16,12 0 0 0,-12 0 0 0,-12-1-176 0,-11-1 176 15,-10-4 0-15,-9 3 128 0,-6 1-128 0,-10 2 272 16,-8 2-16-16,-13 1 0 0,-19 1 0 0,-19 2-256 16,-19 1 0-16,-4 1 0 0,-4 1 0 0,-20 2-144 31,-21 1-96-31,-20 0-16 0,-16 0 0 0,-13 1-656 15,-10 0-144-15,-15 2-32 0,0 0 0 0,-22-4-1328 16,-16 2-272-16,-24 6-48 0,-22 7-16 0,-9 0-1728 16,-8-1-368-16,-13-2-64 0,-9-1-2032 15</inkml:trace>
  <inkml:trace contextRef="#ctx0" brushRef="#br0" timeOffset="13403.43">13759 13610 35583 0,'-7'10'0'0,"2"1"0"0,2 4 0 0,-2 6-208 15,0 5-48-15,2 5 0 0,-1 2 0 0,-1 16 64 16,-1 17 0-16,-3 11 0 0,0 9 0 0,0 6 912 15,-1 4 192-15,-3 7 48 0,-2 6 0 0,-3 10 48 16,-2 7 16-16,2-14 0 0,-2-15 0 0,2 1-320 16,2 5-48-16,1-13-16 0,3-13 0 0,-1-13-144 15,-3-13-48-15,4-8 0 0,1-6 0 0,1-5-192 32,0-3-64-32,4-8 0 0,1-7 0 0,0-7-1536 15,5-7-304-15,-5-10-64 0,5-10-16 0,6-6-2144 0,4-6-432 0,7-10-96 0,4-10-7152 16</inkml:trace>
  <inkml:trace contextRef="#ctx0" brushRef="#br0" timeOffset="13678.95">14852 14570 45055 0,'33'4'0'0,"-12"-2"0"0,2-3 0 0,11 1 192 16,5 1 64-16,6-1 0 0,2-2 0 0,1 0-256 16,-2 0 0-16,-8-2 0 0,-9-3 0 0,-3 2 0 15,-1 1 0-15,-4 0 0 0,-3-2 0 0,-1 0 144 32,4-1-16-32,-1-1 0 0,0-2 0 0,-1-4-768 15,-1-5-144-15,-1-4-48 0,-1-4 0 0,-1-1-1536 16,2-2-304-16,-3 2-64 0,1 3-16 0,-2 1-2096 15,1 2-416-15,-9-1-96 0,-8-2-2160 0</inkml:trace>
  <inkml:trace contextRef="#ctx0" brushRef="#br0" timeOffset="13862.08">15357 14110 38399 0,'-8'40'0'0,"1"-12"0"0,-1 3 0 0,-2 18 1216 15,2 19 256-15,-2 2 64 0,0-1 0 0,0-6-672 0,4-6-128 0,-1 7-32 16,-1 9 0-16,3-3-144 15,0-5-48-15,2-11 0 0,-2-12 0 0,3-7-656 16,2-6-144 0,0-5-32-16,0-5 0 0,0-6-2400 0,2-4-480 0,-2-9-112 0,8 3-16 0,2-11-3584 15,1-12-704-15,4-14-160 16,5-11 1664-16</inkml:trace>
  <inkml:trace contextRef="#ctx0" brushRef="#br0" timeOffset="14647.77">16392 14257 36863 0,'21'14'0'0,"-6"-3"0"0,5 1 0 0,0 2 1216 16,-1 1 256-16,1-2 64 0,1-4 0 0,-1-2-928 15,3-3-176-15,3-3-48 0,2-4 0 0,4-3-560 16,2-2-112-16,-3-3-32 0,0-2 0 0,-1-1 320 15,-4-1-160-15,-2 0 160 0,-6 0-128 0,-3-2 400 16,-3-1 96-16,-4-1 16 0,-5-2 0 0,-1-6-384 16,-4-7-240-16,-16-46-144 0,3 39 80 15,0 1-16-15,-6 8 0 0,-3 8 0 0,-5 5 320 16,-6 3 0-16,2 6 0 0,-1 5 144 0,2 5-368 16,3 3-80-16,-1 6-16 0,2 4 0 0,0 12 320 15,-3 13 256-15,-3 10-64 0,-6 8 0 0,3-4 64 0,-1-6 0 16,3 2 0-16,7 4 0 0,2 13 96 0,8 14 32 0,5-10 0 15,6-16 0-15,7-6-384 0,2-5 0 0,11-4 0 16,7-3 0-16,8 0 576 0,8 0 64 0,7-4 0 16,3-6 0-16,-5-7 0 15,-4-6 0-15,-2-6 0 0,-1-6 0 16,11-12-1392-16,9-13-272 0,3-5-48 0,1-3-16 0,-4 0-1280 16,-5 1-256-16,-5-2-48 0,-3-3-16 15,3-11-2704-15,1-13-560 0,-9 1-96 0,-6 5-1792 0</inkml:trace>
  <inkml:trace contextRef="#ctx0" brushRef="#br0" timeOffset="15149.49">17542 13309 24831 0,'3'-12'0'0,"-3"1"0"0,2-7 0 0,-2-4-672 0,-2-4-128 0,-3-2-32 0,1 0 0 0,-5 2 1744 16,-1 1 352-16,-1 4 64 0,-2 4 16 0,-2 3 144 16,0 3 48-16,-1 3 0 0,-2 3 0 0,2 2-512 0,1 0-112 15,-3 3-16-15,2 3 0 0,-4 5-896 16,0 4 0-16,-6 11 0 0,-4 10-224 0,-6 11 224 0,-5 11 256 15,2-4-48-15,4-8-16 0,4-5-192 0,3-3-160 16,9-3 32-16,5-3 0 0,5-1-64 0,5-1 0 0,4-3 0 16,5-4 0-16,3-4 512 0,5-3 112 0,2-5 16 0,7-5 0 15,2-6-64-15,8-7 0 0,0-5 0 0,3-5 0 0,-4 0-560 16,0-1-112-16,-6 2-32 0,-5 1 0 0,-1 1 0 16,-1 0 0-16,-1 1 0 0,-4 0 0 0,2 3 320 15,-1 2 256-15,1 3-64 0,0 1 0 0,1 3-192 16,-3 2 144-16,2 2-144 0,-2 2 128 0,-2 2 464 15,1 2 96-15,-1 2 16 0,-1 2 0 0,3 2-320 16,-1 2-48-16,-1 2-16 0,2 2 0 0,-1 6-192 31,3 5-128-31,-2 3 128 0,2 1-128 16,-4-2-288-16,2-3-128 0,-3-5-32 0,0-6 0 0,0-6-1024 16,0-6-192-16,-2-5-64 0,0-3 0 0,0-5-1120 15,-1-3-224-15,3-6-64 16,1-7-6928-16</inkml:trace>
  <inkml:trace contextRef="#ctx0" brushRef="#br0" timeOffset="15324.64">17999 13383 32767 0,'29'3'0'0,"-11"0"0"0,1 0 0 0,1-1 1216 16,1-2 256-16,-1 0 64 0,1 0 0 0,-1-1-1280 31,0-1-256-31,1-2 0 0,-1-3 0 0,3-2-2112 15,2-1-304-15,-1-4-64 0,-1-6-16 0,-3-9-2496 16,0-9-512-16,-9 1-112 0,-6 1-208 0</inkml:trace>
  <inkml:trace contextRef="#ctx0" brushRef="#br0" timeOffset="15490.68">18374 13117 39935 0,'15'71'0'0,"-4"-27"0"0,3-3 0 0,0-5 0 31,3-7 192-31,-3-5-48 0,-2-4-16 0,0-1-1216 16,-3-2-256-16,-2-4-64 0,1-3 0 0,-5-2-1728 15,-3-8-368-15,0 0-64 0,0 0-16 0,0 0-144 16,9-2-48-16,-1-3 0 0,2-3-640 0</inkml:trace>
  <inkml:trace contextRef="#ctx0" brushRef="#br0" timeOffset="15899.2">19142 13025 42239 0,'7'38'0'0,"-6"-6"0"0,1 9 0 0,-2 3 0 15,-2 2 0-15,1-7-160 0,-1-8 160 0,-1-5-128 0,-1-6 128 0,-2-3-128 0,1-3 128 16,0-3 0-16,0-3 0 0,5-8 0 0,0 0 128 0,0 0 304 15,0 0 64-15,0 0 16 0,8 4 0 0,5-2-208 16,7-2-48-16,3-2 0 0,7-3 0 0,-1-1-256 31,3 0 0-31,-2 0 0 0,-4 0-144 0,-3 2-240 0,-1 0-64 0,-1 2 0 0,0 2 0 0,2 1 256 16,2 0 64-16,-2 2 0 0,0 1 0 0,-5 0 128 16,-2 1-128-16,-6 1 128 0,-1 2-128 0,-8 1 128 15,-4 1 0-15,-5 1 0 0,-7-1 0 0,-5 3 128 16,-3 1 48-16,-3 1 16 0,0 0 0 0,-1 3 352 15,4 1 80-15,-1-1 16 0,-1-4 0 0,-3-1 0 16,-6-1 0-16,-2-3 0 0,-2-4 0 0,2-3-464 31,0-3-176-31,5-3 128 0,5-4-128 0,4-1-528 16,4-2-192-16,3-1-48 0,4-1 0 0,1-1-704 16,5-2-160-16,0 2-32 0,0 1 0 0,7-2-1472 15,9-3-320-15,6-4-48 0,4-4-8432 0</inkml:trace>
  <inkml:trace contextRef="#ctx0" brushRef="#br0" timeOffset="16427.56">20254 12864 39167 0,'0'0'0'0,"-5"8"0"0,-1 1 0 0,-6 2-1488 0,-1 1-304 0,-2 2-48 0,1 2-16 0,-4 3 1280 0,-4 1 256 0,-2 2 64 0,-6 0 0 0,-3 10 1280 15,-5 10 256-15,1 6 48 16,2 6 16-16,1-4-112 0,6-7-16 0,7-6 0 0,5-6 0 0,3-3-864 31,3-4-176-31,3-3-48 0,2-3 0 0,5-1-128 0,2-2 0 16,4-3 0-16,4-3 0 0,5-4 240 0,5-3 16 15,6-4 0-15,6-4 0 0,1-1-256 16,5-2-160 0,-5 0 32-16,-4 0 0 0,-3 0-256 0,-2 0-64 0,-5-1 0 15,-4 0 0-15,0 1 208 0,-2 0 48 0,-2 0 0 0,-2 0 0 0,-3 1 192 16,2 1 0-16,-4 0 0 0,-3 0 0 0,-1 0 0 0,2-1 0 0,-2 1 0 0,-3 0 0 0,-1 0 0 16,-1 1 160-16,0 1-32 0,-3 0 0 15,2 2-128-15,-1 1 128 0,-3 1-128 0,0 2 128 0,1 3-128 16,0 1 128-16,-2 1-128 0,-1 0 128 0,1 1-128 15,3 0-176-15,-1-1 48 0,0-1 0 0,2 0 256 16,7-5 48-16,-5 6 16 0,5-6 0 0,-3 7 48 16,3-7 16-16,0 0 0 0,3 8 0 0,2-1-64 15,2-2 0-15,-1 0 0 0,2 0 0 0,-1-1-192 32,1-3 144-32,0-1-144 0,-1-1 128 0,1 0-1024 15,-8 1-192-15,8-1-64 0,-1-2 0 0,-7 3-608 31,5-4-128-31,1 0-32 0,11-40-11408 0</inkml:trace>
  <inkml:trace contextRef="#ctx0" brushRef="#br0" timeOffset="16935.8">20554 13147 41727 0,'5'43'0'15,"-3"-15"0"-15,-2-1 0 0,1 0-1744 0,1-2-352 0,-2-4-64 0,-1-5-16 0,0-3 368 0,0-2 64 16,-1-2 16-16,2-1 0 0,0-8 1936 0,0 0 400 0,0 0 80 0,0 0 16 0,0 0 1328 16,0 0 272-16,-3-8 48 0,0-3 16 0,-1-2-1648 31,3-3-320-31,-1-5-64 0,-2-5-16 0,2-5-1216 0,1-5-256 0,-1-2-64 0,0 0 0 0,4 4 720 15,1 3 144-15,3 4 32 0,1 3 0 0,-1 1 320 16,4 1 128-16,0 2 0 0,1 1 0 0,4 1 160 16,3 0 32-16,2 2 0 0,3 2 0 15,2 1-320-15,3 2 0 0,-1 3 0 0,1 4-144 0,-1 3 320 16,-3 3 64-16,-2 4 16 0,-4 3 0 0,-7 2-256 16,-3 3-256-16,-4 1 48 0,-6 1 16 0,-3 1-64 15,-5 0 0-15,-6 1 0 0,-5 0 0 0,-7 0 256 16,-4 0 0-16,-2 4 0 0,-1 4 160 0,4 3 288 15,7 4 48-15,2-2 16 0,6-3 0 0,3 0 304 16,4-1 64-16,1-3 16 0,3-3 0 0,4-3-320 0,2-3-48 0,-1-2-16 16,2-2 0-16,3-1-192 0,1-2-64 0,1-2 0 15,1-3 0-15,5 1 112 0,2 1 16 16,5-2 0-16,3-3 0 0,3 0-160 16,2 0-32-16,2-1 0 15,-2-1 0-15,-2-1-864 0,-2-2-176 16,-4-2-48-16,-2-1 0 0,-5 0-704 15,-1 0-160-15,-2-5-32 0,0-60-13200 0</inkml:trace>
  <inkml:trace contextRef="#ctx0" brushRef="#br0" timeOffset="17322.28">21101 13019 42495 0,'4'25'0'0,"-3"-3"0"0,-1 8 0 0,2 6 0 31,-2 3 192-31,1-1-48 0,-1-3-16 0,2-6-768 16,-2-5-144-16,2-6-48 0,-1-6 0 0,1-2 320 0,1-2 48 0,-3-8 16 0,0 0 0 0,0 0 768 15,0 0 144-15,0 0 48 0,0 0 0 0,0 0-256 32,5-5-64-32,0-3 0 0,-2-2 0 0,2-2-2192 15,-1-1-448-15,-1-5-96 0,0-5-16 0,0-3-1168 0,-1-3-240 0,1 2-64 0,-1 1 0 0,0 1 3184 16,-1 2 624-16,1 3 224 0,2 2-144 15,-2 2 1296-15,1 1 256 0,-1 1 48 0,-1-1 16 0,1 1-112 16,1 1-16-16,2 2 0 0,4 1 0 0,0 2 368 16,1 0 64-16,2 2 16 0,3 0 0 0,1 0-832 0,0-1-144 15,-1 1-48-15,0 0 0 0,-2 0-400 0,2 1-96 0,-2 1-16 16,-1 0 0-16,-1 1-256 0,1 0 160 16,-1 1-160-16,0 1 128 0,-1 0-128 15,0 1 0 1,0 1 0-16,1 1-176 0,-4 0-464 15,-7-2-112-15,0 0-16 16,-5 14-13104-16</inkml:trace>
  <inkml:trace contextRef="#ctx0" brushRef="#br0" timeOffset="17512.59">21209 13212 41983 0,'34'-4'0'0,"-14"0"0"0,3-3 0 0,-2-1-1184 16,-1-2-224-16,-2-1-64 0,-5-1 0 0,2 0-400 15,-2-1-96-15,0 1-16 0,-3 1 0 0,-3 2 976 16,1 2 192-16,-3 2 48 0,0 1 0 0,-5 4-64 16,0 0 0-16,7-1 0 0,2 5-8368 0</inkml:trace>
  <inkml:trace contextRef="#ctx0" brushRef="#br0" timeOffset="17715.97">21358 13428 49151 0,'20'3'0'0,"-5"-3"0"0,3-1 0 0,7 0-512 0,4 0-112 0,2-1-16 0,4-1 0 0,-2 1-192 16,-2 0-64-16,-3 1 0 0,-4 1 0 0,-4 0 576 15,-5-1 96-15,-2 0 32 0,-3 0 0 0,-2 0-256 16,0-1-64-16,-8 2 0 16,0 0 0-16,0 0-3120 0,0 0-624 0,0 0-128 0,0 0-7264 0</inkml:trace>
  <inkml:trace contextRef="#ctx0" brushRef="#br0" timeOffset="25622.5">6041 7784 8959 0,'0'0'2352'0,"0"0"-704"0,0 0-144 0,0 0-224 15,0 0-64-15,-6 0 0 0,6 0 0 0,-7 2-352 16,7-2-80-16,-5 3-16 0,0 1 0 0,0 0 64 16,2 1 0-16,0 1 0 0,1 1 0 0,0 1-368 15,-1 1-64-15,3 1-16 0,0 1 0 0,0 1-96 16,2 0-32-16,-1 0 0 0,3 0 0 0,1-1 0 15,1 0 0-15,1-1 0 0,1-1 0 0,4-2 160 16,1-1 32-16,5-3 0 0,6-3 0 0,6-3 48 16,6-2 16-16,3-2 0 0,4-2 0 0,6-1-112 0,2-2-16 15,5 0 0-15,4-1 0 0,8 0 208 0,4-1 48 16,-6 2 0-16,-1 0 0 0,1 0-320 0,0 1-48 0,-1 2-16 0,-3 1 0 0,2 2-256 16,-3 1-144-16,3 0 16 15,0 1 0-15,3-1 128 0,1 0 0 0,-4 0 128 16,-4 0-128-16,-4 0 0 0,-5 0 0 15,1 1 0-15,-1 1 0 0,3 0 128 0,2 0-128 16,-7 0 128-16,-3 0-128 0,-6 0 128 0,-6 0-128 0,-1-1 128 0,-2-1-128 0,-3-1 0 16,0-1 0-16,0-1 0 0,-4 0 0 0,-1-1 272 15,0 0-16-15,-5 0 0 0,0 0 0 0,-5 0-48 16,-1 0-16-16,-1 0 0 0,-4-1 0 0,-4 0-192 16,-1-1 144-16,-2 0-144 0,-5 0 128 15,0-1-128-15,-5 0 0 0,-3 1 0 0,-2 1 0 0,-6 1 0 16,-2 0-272-16,0 1 64 0,-3 1 16 0,-1 0 192 15,0 1 0-15,-6-1 0 0,-4-1 160 0,-8-1-160 16,-2-1 128-16,-3 0-128 0,-2 1 128 0,-1 0-128 16,-1 1-176-16,-4 1 48 0,-6 1 0 0,-5 1 128 15,-5 1 0-15,-10 0 128 0,-2 0-128 0,-1 1 0 16,-3 0 0-16,0 1 0 0,-4 0-128 0,-1 1 128 16,-1 0-128-16,-1 1 128 0,-2 1-128 0,2 1 128 15,-3 1 0-15,4 1 0 0,2 1 0 0,2 0 0 16,2 0 0-16,6 2 0 0,10 2 0 0,7 2 0 15,6 1 176-15,1 1-48 0,4 0 0 0,0 1-128 16,2 0 0-16,8 1 0 0,8 0-176 0,7-1 176 0,6 0-128 16,6 1 128-16,4 1-128 0,3 1 128 0,4 1 0 0,5 0 128 15,6 0-128-15,4 0 0 0,4 0-128 0,9 0 0 0,11-1 0 0,10 0 128 16,9 0 0 0,2 1 0-16,6 0 0 0,2 1 0 0,2 1 0 0,4-1 0 0,1-1 0 0,5 0 0 15,1-1 176-15,1-2-48 0,1-2 0 0,2-1-128 16,2-2 0-16,-1-1 0 0,-1-2-176 0,-3-2 176 31,-3-1 0-31,-4-1 0 0,-7-3 0 0,-6-1-496 16,-5-2-64-16,-5-1-16 0,-1-1 0 15,-3 0-400-15,-2-2-96 0,-5 0-16 0,-5-1 0 0,-5-1-768 16,-2-1-144-16,-4 1-48 0,-6 0 0 0,-6 1-3072 0,-2 1-608 0,-6-1-128 0,0 0-32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3:03:36.3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5999 6267 17407 0,'24'36'0'0,"-6"-12"0"0,0 0 0 0,5-1 0 16,3-3 0-16,4-2 144 0,3-4-144 0,5-1 128 16,1-3-128-16,0-1 128 0,-3-3-128 0,-2-2 240 15,-4-2-48-15,-2-2 0 0,-2-2 0 0,2-1 208 16,3-2 48-16,4-2 0 0,3-4 0 0,1-2-256 15,5-4-64-15,-2-7 0 0,-3-7 0 0,-5-6-128 16,-4-5 128-16,-1 1-128 0,-4 1 128 0,-2 2-304 16,3 2-64-16,-2 2-16 0,-1 0 0 0,-1-7 112 15,-1-10 16-15,2-5 0 0,-2-4 0 0,-2 7 128 16,-1 9 0-16,-4 4 128 0,0 4-128 0,-3-6 384 16,-3-9 0-16,-5-5 0 0,-3-4 0 0,-6 6 512 15,-2 8 96-15,-5 7 32 0,-2 5 0 0,-5 0-368 16,-3-2-64-16,-3-4-16 0,-4-5 0 0,2 1 64 0,2 0 0 15,-2 5 0-15,-1 5 0 0,-2 5-640 0,-5 5 0 16,-8 5 0-16,-9 5 0 0,-1 4 0 0,-2 3 0 0,5 3 0 0,7 1 128 0,-6 3-128 16,-4 3 128-16,-5 4-128 0,-3 3 128 0,2 7-128 15,7 7 0-15,9 9-128 0,4 7 128 0,4 7 0 16,0 6 0-16,0-3 0 0,-2-6 0 0,5 4-192 16,0 2 64-16,7 11 0 0,6 12 0 0,9-7 304 15,8-10 64-15,6-4 16 16,8-5 0-16,9 13 400 0,10 15 96 0,2-2 16 15,1-6 0-15,2-8-368 0,-2-8-64 0,0-3-16 0,1-2 0 0,10 5-320 32,12 4 0-17,2-5 0-15,3-7 0 0,-5-8-800 0,-6-9-224 0,2-5-64 0,4-5 0 0,8-4-912 16,10-4-192-16,-5-5-48 0,-7-5 0 0,4-5-2352 0,9-4-464 0,-6-7-112 0,-5-8-16 0</inkml:trace>
  <inkml:trace contextRef="#ctx0" brushRef="#br0" timeOffset="623.45">9564 5967 27391 0,'21'29'0'0,"-8"-11"0"0,5 1 0 0,0 1 0 31,0 0 0-31,5-1 0 0,3-1 0 0,9 1-464 0,60 23-672 0,-37-19 560 0,-4-1 416 16,-4-2 160-16,-2-3-128 0,-4-3 128 0,12-5 0 16,10-3 0-16,1-5 0 0,-3-3 0 0,-2-5 320 15,-6-6 160-15,8-4 32 0,12-5 0 16,1 0 560-16,-4 0 112 0,-7-1 32 0,-7-1 0 0,5-1-832 15,12-1-144-15,-7-5-48 0,-7-6 0 0,-6-11 0 32,-6-12 0-32,-4 1 0 0,-1 2 0 0,-1 5-608 0,0 4-128 0,-3-9-32 15,-4-11 0-15,-10-3 208 0,-5-2 48 0,-9 10 0 0,-5 10 0 0,-8-6 320 16,-10-12 240-16,-9 1-48 0,-13 0 0 0,-7 11 160 16,-7 12 32-16,0 6 0 0,3 3 0 0,-14 3-624 31,-18 2-112-31,-2 2-32 0,-2 3 0 0,-5 8-48 0,-3 10-16 0,-8 9 0 0,-7 8 0 0,-1 10 448 15,1 9 0-15,2 2 0 0,-2 1 0 0,7 3 0 0,11 3 128 0,-3 19 0 16,-4 19 0-16,15 1 304 0,17-3 64 16,8 4 16-16,7 4 0 0,5 9-512 31,4 11-208-15,9-1 16-16,27 189-12112 0</inkml:trace>
  <inkml:trace contextRef="#ctx0" brushRef="#br0" timeOffset="3581.87">15354 17078 32767 0,'0'0'0'0,"0"0"0"0,10 4 0 0,1-2 304 0,4-2 64 0,3-1 16 0,3-1 0 0,4 0-624 16,3 0-112-16,1-1-32 0,1 0 0 0,-1-1 384 15,0-1 128-15,-2 0 0 0,-3-1 0 0,-4 0-128 31,-2 0 0-31,-1 0 0 0,-3 0 0 0,1 1-736 16,0-1-176-16,-2 1-48 0,0 0 0 0,0 0-1216 16,0-1-256-16,5-2-64 0,7-3-6784 0</inkml:trace>
  <inkml:trace contextRef="#ctx0" brushRef="#br0" timeOffset="3810.8">15421 17132 38655 0,'35'-1'0'0,"-9"1"0"16,5-1 0-16,4 0-720 0,2-1-144 0,-5 1-32 0,-4 1 0 0,-5 1-48 15,-1 1-16-15,-4 0 0 0,-2 0 0 0,-1 0-144 16,0 0-48-16,-2 2 0 0,2 0 0 0,0 1-960 15,1-1-208-15,5 3-48 0,7 3-5904 0</inkml:trace>
  <inkml:trace contextRef="#ctx0" brushRef="#br0" timeOffset="5105.39">16640 16759 21759 0,'0'0'0'0,"0"0"0"0,0 0 0 0,0 0 864 0,0 0 176 0,0 0 48 15,0 0 0-15,0 0 256 0,0 0 48 0,-7-3 16 0,-1 1 0 0,0 0-368 16,0-1-64-16,0 2-16 0,-1 1 0 0,1 1-256 16,-2 1-48-16,-1 3-16 0,-1 2 0 15,2 3-192-15,-1 3-64 0,0 5 0 0,-1 6 0 0,-3 6-384 16,0 5-224-16,1 0 32 0,-1-4 0 0,0-3-64 16,2-3 0-16,3-2 0 0,4-3 0 15,2-2 64-15,1-3 0 0,5-2 0 0,-1-2 0 0,4-2 192 16,0-3-144-16,2-1 144 0,1-1-128 0,0-3 608 15,4-3 128-15,-1-1 32 0,-1-1 0 0,3-3-640 16,-1-2-192-16,-1-1 0 0,-1 0 0 16,0-2 192-16,0-2-128 0,-1 1 128 0,-2 0-128 0,1 2 128 15,0 1 0-15,-1 2 128 0,0 1-128 0,-2 2 432 16,0 1 16-16,-5 4 0 0,0 0 0 0,6 0 144 16,2 2 48-16,-1 3 0 0,-1 3 0 0,1 1-416 15,1 1-80-15,-1 2-16 0,-1 2 0 0,1 1 64 16,-1 1 0-16,-1 1 0 0,2 0 0 0,-2 1-192 31,0 0-176-31,1-3 48 0,-1-3 0 0,2-2-512 16,-1-2-112-16,1-3-16 0,0-3 0 0,-7-2-1584 15,6-3-320-15,-1-4-64 0,3-4-16 0,0-4-400 16,-1-4-96-16,5-2-16 0,2-2-5344 0</inkml:trace>
  <inkml:trace contextRef="#ctx0" brushRef="#br0" timeOffset="5265.12">16948 16894 25855 0,'10'6'0'0,"-2"-2"0"0,2 2 0 0,3 0 1536 15,2 1 304 1,5 0 64-16,3-2 16 0,1 0-976 0,4-1-192 0,-3 0-48 16,1-1 0-16,-3-2-704 15,-1-1 0-15,-3-2-160 0,-2-1 32 0,-4-2-1280 16,-2-1-256-16,-2-2-64 0,0-2 0 0,-2-4-1536 16,-2-6-304-16,-2-3-64 0,-3-4-4288 0</inkml:trace>
  <inkml:trace contextRef="#ctx0" brushRef="#br0" timeOffset="5446.75">17262 16773 37119 0,'6'60'0'0,"-2"-22"0"0,1 0 0 0,1-5 0 32,2-5-208-32,-1-4 64 0,-2-3 16 0,1-2-256 15,-1-2-64-15,0-2 0 0,-1-3 0 0,-1-3-704 16,-3-9-160-16,0 0-32 0,0 0 0 0,0 0-400 31,0 0-96-31,0 0-16 0,28-85-8064 0</inkml:trace>
  <inkml:trace contextRef="#ctx0" brushRef="#br0" timeOffset="5750.65">17591 16495 31999 0,'0'23'0'0,"-1"-7"0"0,-3 1 0 0,1 2 560 0,-3 0 112 16,-1 0 32-16,0-2 0 0,-1 2-704 0,3 0 0 15,-3 2 0-15,2 2 0 0,2 4 544 0,1 3 176 0,3 2 48 0,3 0 0 0,2-2 144 16,5-2 48-16,3-2 0 16,4-5 0-16,2-3-320 0,3-2-48 0,-1-3-16 0,0-3 0 15,-1-1-144-15,-4-1-48 0,-1 0 0 0,-3-2 0 0,-1 0-256 16,-1 0-128-16,-2-1 128 16,-3 0-128-16,0 0 192 0,0 1-64 0,-5-6 0 0,2 8 0 15,-2-8 160-15,0 9 32 0,-4 0 0 0,0 0 0 0,-3-1 96 16,0-1 32-16,-2-1 0 0,0-1 0 15,-2 0-160 1,-1-1-32-16,1-1 0 0,-4-1 0 0,0 0-560 16,0-1-112-16,-3-1-32 0,2 0 0 0,1-1-816 15,2-2-160-15,0 0-48 0,5 0 0 0,1-1-1376 16,7 4-288-16,0-9-48 0,5-2-16 16,8-4-1728-16,7-5-368 0,-2-1-64 0,-5 0-1136 0</inkml:trace>
  <inkml:trace contextRef="#ctx0" brushRef="#br0" timeOffset="5939.57">18103 17172 42751 0,'7'48'0'0,"-6"-17"0"0,1 0 0 0,1-2 0 32,-1-4-208-32,1-4 64 0,0-3 16 0,-2-4-1392 15,-2-4-272-15,0-1-48 0,1-9-16 0,0 0 464 16,0 0 96-16,0 0 16 0,-7 3 0 0,7-3-624 15,-8-2-112-15,-2-8-32 0,0-9 0 0,4-11-2560 0,3-11-512 0,-1 1-96 0,-2 3-32 0</inkml:trace>
  <inkml:trace contextRef="#ctx0" brushRef="#br0" timeOffset="6166.75">18236 16696 41471 0,'15'10'0'0,"1"0"0"0,9 3 0 15,3 4 144-15,6 3 48 0,-1 4 0 0,-1 5 0 0,-5 2-368 16,-4 1-64-16,-5 0-16 0,0-3 0 0,-6-2 256 16,-2-3 160-16,-2-2-32 0,2-1 0 0,-3-1 0 31,-1-1 0-31,-1-2 0 0,0-2 0 0,0-1-656 16,-2-2-144-16,-1-3-32 0,-2-9 0 0,0 0-1424 15,0 0-304-15,0 0-48 0,0 0-16 0,1-8-1072 16,1-7-208-16,5-6-64 0,6-6-4096 0</inkml:trace>
  <inkml:trace contextRef="#ctx0" brushRef="#br0" timeOffset="6340.41">18768 16678 32255 0,'-10'12'0'0,"0"-1"0"0,0 5 0 0,-3 7 768 16,-4 7 144-16,-2 7 48 0,-2 4 0 0,1-1-960 15,2-3 0-15,0-5 0 0,5-5-224 0,0-2 592 16,0-2 112-16,1-1 32 0,3-2 0 0,0-1-512 31,1-1 0-31,1 0 0 0,1 0 0 0,3-1-1648 16,-1 0-208-16,1-2-64 15,10 3-11104-15</inkml:trace>
  <inkml:trace contextRef="#ctx0" brushRef="#br0" timeOffset="6534.88">18907 17198 40959 0,'7'30'0'0,"-4"-9"0"0,0 1 0 0,-1 3 0 16,1 1 0-16,-3-3 0 0,0-4 0 0,0-1 0 31,0-1 192-31,-1-4-48 0,-1-4-16 0,-1 0-560 16,-1-1-112-16,4-8-32 0,0 0 0 0,0 0-656 15,0 0-144-15,0 0-32 0,0 0 0 0,-4-10-2496 16,0-9-512-16,4-11-112 0,2-11-4336 0</inkml:trace>
  <inkml:trace contextRef="#ctx0" brushRef="#br0" timeOffset="6730.03">19297 16931 43263 0,'15'1'0'0,"-5"-1"0"0,5-1 0 0,0 0-256 0,0-1-64 16,1-1 0-16,2-1 0 0,-2-1 320 15,2-2 0-15,0-1 0 0,-1-1 0 0,1 0 0 16,0-1 0-16,-1 0 0 0,-3-1 0 0,-1-1-720 31,-3-2-96-31,0 0-16 0,0-29-15120 0</inkml:trace>
  <inkml:trace contextRef="#ctx0" brushRef="#br0" timeOffset="6926.76">19559 16723 44799 0,'10'59'0'0,"-4"-17"0"0,2 4 0 15,1-3 0 1,0-6 0-16,0-5-160 0,-1-5 160 0,-2-3-592 16,-2-2-48-16,-3 0 0 0,1-1 0 0,-2 1-352 15,0 0-80-15,-2-1-16 0,2-4 0 0,0-4-48 16,0-4-16-16,0-9 0 0,0 0 0 0,0 0-1536 15,9-15-304-15,2-6-64 0,2-6-7072 0</inkml:trace>
  <inkml:trace contextRef="#ctx0" brushRef="#br0" timeOffset="7250.35">20057 16479 31231 0,'0'23'0'0,"-1"-4"0"0,-1 3 0 0,-3 3 912 16,-5 0 192-16,0 0 48 0,-1 0 0 0,-2 5-512 0,-2 4-112 0,3 7-16 0,1 6 0 0,3-1 112 15,3-3 16-15,3-6 0 0,5-10 0 16,2-4 304 0,4-3 64-16,2-4 16 0,2-3 0 0,0-3-368 0,4-2-64 15,-1-1-16-15,-1-1 0 0,1-2 64 0,1-1 0 0,-4-1 0 0,0 0 0 16,-3 0-464-16,0 0-176 16,-2 0 128-16,-1 0-128 0,-7-2 128 0,0 0-128 0,5 4 128 0,-5-4-128 15,3 8 192-15,-3 1-64 0,-2 1 0 0,-3 1 0 0,0 0 320 16,-4-1 48-16,-1 2 16 15,-2 2 0-15,-3 2-320 0,-3 1-48 0,-3-1-16 16,3-2 0-16,0-1-128 16,1-3 0-16,4-2 0 0,0-3-176 15,5-2-1040-15,8-3-192 0,0 0-64 0,-7-3 0 0,4-4-1984 32,5-3-416-32,7-5-80 0,41-38-10816 0</inkml:trace>
  <inkml:trace contextRef="#ctx0" brushRef="#br0" timeOffset="7541.92">20488 17119 46079 0,'16'15'0'0,"-8"-4"0"0,2 2 0 0,0 0-576 0,1-1-96 0,-1 0-32 0,-4-1 0 0,-1 1 464 16,-2-1 96-16,-1 1 16 0,0 0 0 0,-4 3 704 15,0 1 160-15,-2 1 32 0,-3 1 0 0,-1 0-64 16,-1-1 0-16,0-1 0 0,-1-3 0 0,1-1-48 15,-1-2-16-15,1-1 0 0,0-1 0 0,0-1-304 16,4-1-64-16,5-6-16 0,-6 8 0 0,6-8-96 16,-2 8-32-16,2-8 0 0,0 0 0 0,4 6-128 15,1-2 0 1,3-1 0-16,0-1 0 0,3-3-320 0,3-4-112 16,-1-3-16-16,0-4 0 0,1-2-1216 0,2-3-256 15,-1-5-64-15,-2-7 0 0,5-10-1216 16,2-12-256-16,0 2-64 0,31-61-10160 0</inkml:trace>
  <inkml:trace contextRef="#ctx0" brushRef="#br0" timeOffset="7720.67">20880 16667 34815 0,'9'12'0'0,"-2"-1"0"0,4 4 0 0,-1 5 1024 16,2 3 192-16,-1 4 64 0,2 3 0 0,2 3-880 16,-2 1-160-16,4 0-48 0,1-4 0 0,3-4 368 15,4-4 64-15,3-4 16 0,3-3 0 0,0-2-320 31,-2-1-48-31,-3-2-16 0,-3-2 0 0,-1-2-912 16,-3-2-192-16,-4-2-48 0,-5 0 0 0,0-3-816 16,-4-2-160-16,1-2-48 0,-2-4 0 0,2-6-1984 15,-1-6-416-15,-3-6-80 0,-3-5-4384 0</inkml:trace>
  <inkml:trace contextRef="#ctx0" brushRef="#br0" timeOffset="7916.14">21075 16889 44799 0,'-28'48'0'0,"10"-20"0"0,3-3 0 0,2-1-368 0,0 0-64 16,1-2-16-16,2-1 0 0,-1-1-352 0,3-1-80 0,0-1-16 0,1-2 0 0,4-1 576 16,1-3 96-16,0-3 32 0,2-9 0 0,0 0-1536 15,0 0-320-15,9-4-48 16,5-6-16-16,8-9-4288 0,6-9-880 0,3-8-160 0,0-6-48 0</inkml:trace>
  <inkml:trace contextRef="#ctx0" brushRef="#br0" timeOffset="8220.12">21606 17015 49407 0,'18'6'0'0,"-6"-2"0"0,3-1 0 0,-1 1-1280 0,-2 0-256 0,-1 1-64 0,-4-1 0 0,0 0 1600 15,-7-4 0-15,5 6 304 0,-2 1-48 0,-3-7 368 16,1 8 64-16,-4 0 16 0,0 0 0 0,-4 0-208 16,1 0-48-16,-4 1 0 0,-2 0 0 0,1 2-304 15,-1 0-144-15,3 2 128 0,0 1-128 0,3 1 592 16,1 1 48-16,3 1 0 0,2 0 0 0,4 0 48 16,2 0 16-16,4 0 0 0,5-1 0 0,3 0-256 15,3-2-64-15,1-2 0 0,-3-3 0 0,3-2-256 31,2-1-128-31,7-1 128 0,3-1-128 0,6-2-272 16,7-4-144-16,3-4-32 0,-1-5 0 0,-6-4-1472 16,-9-3-320-16,2-4-48 0,4-4-16 0,-4 0-4544 15,-2 0-928-15,-7-6-176 0,-8-7-2064 0</inkml:trace>
  <inkml:trace contextRef="#ctx0" brushRef="#br0" timeOffset="10249.53">4870 15953 9471 0,'-4'-10'0'16,"4"10"0"-16,-4-9 0 0,0 0 304 0,-1 0 64 0,2 1 16 0,0 1 0 0,-2 0-64 15,2-1 0-15,-2 1 0 0,0 0 0 0,0 2 208 16,5 5 48-16,0 0 0 0,-7-6 0 0,2 1 256 15,-1 0 48-15,-1 1 16 0,7 4 0 0,-6-3 352 16,6 3 80-16,-9-3 16 0,3 0 0 0,6 3-208 16,0 0-48-16,0 0 0 0,0 0 0 0,0 0-352 15,0 0-80-15,0 0-16 0,0 0 0 0,0 0 64 16,0 0 0-16,0 0 0 0,0 0 0 0,0 0-368 16,0 0-64-16,0 0-16 0,0 0 0 0,6-1-256 15,-6 1-256-15,7 2 64 0,3 2 0 0,-4-1 48 16,-6-3 16-16,10 2 0 0,0 1 0 0,-2 0 128 15,1 0 0-15,0 0 128 0,1 1-128 0,3-1 0 16,1-3-240-16,4 2 48 0,6 1 0 0,4 0 352 16,5-1 80-16,6 2 16 0,2 1 0 0,-2 2 96 15,1 0 32-15,-3 2 0 0,-4 0 0 0,5 0-384 16,8 0 0-16,5 3 0 0,6 2-128 0,-1 2 0 0,-2 1 0 16,-8 0 0-16,-4-1 0 0,6-1 128 0,6 0 0 15,4-2 128-15,4-2-128 0,-3-2 0 0,-4-3 0 16,-6 1 0-16,-5 0 0 0,10-1 480 0,10-1 32 0,2-2 0 0,-1-2 0 15,-6-1 48-15,-5-1 16 0,2 0 0 0,4-1 0 16,5-2-320-16,6-3-48 0,-7-3-16 0,-10-2 0 0,-3-1-192 16,-3-1 144-16,7-1-144 0,4-1 128 0,2-1-128 15,-1-1 0-15,-9 1 0 0,-8 1 0 0,1-1 128 16,1-3 0-16,6 2 0 0,6 2 0 0,1 1-128 16,0 0 0-16,-7-1 0 0,-8-2-176 0,-1 0 176 15,1-1 0-15,5-3 0 0,6-5 0 0,3-6 0 16,1-6 0-16,-9 1 0 15,-8 3 0-15,0 1 0 0,0 0 176 0,6 5-48 0,4 5 0 0,2 1-128 16,1-1 0-16,-6-1 0 0,-7-2 0 0,-4-6 0 16,-4-6 0-16,0-5 0 0,3-5 0 0,2 4 0 15,5 4 0-15,0 5 0 0,-1 4-176 0,-4-1 352 16,1-2 64-16,-8-9 16 0,-5-11 0 0,-3-4-512 16,0-2-112-16,0 6-16 0,0 6 0 0,0-5 64 15,4-9 0-15,0-7 0 0,1-8 0 0,-1 10 144 16,0 11 48-16,-2-1 0 0,-2-6 0 0,-1-8-64 15,-1-10 0-15,-3 11 0 0,-3 12 0 0,-1-5 368 16,-2-6 64-16,-1-4 16 0,-2-3 0 0,-1 7-256 16,2 9 0-16,-2-6 0 0,0-8 0 0,0-2 0 15,-3-2 0-15,2 8 0 0,-1 7 0 0,-1-12 0 16,0-14-160-16,0 7 32 0,0 10 0 0,-2 2 0 0,-1-1 0 0,3-7 0 0,0-10 0 16,-2 10 304-16,2 12 64 0,0-6 16 15,0-9 0-15,3-1-256 0,3 0 0 16,2 10 0-16,0 10 0 0,2-14 144 0,2-17-16 0,1 11 0 0,1 15 0 0,1 0-128 15,3-3 128-15,0-6-128 0,0-9 128 0,0 11 112 16,-2 12 16-16,-3-1 0 16,1-5 0-16,-3-3-256 0,2-5 0 15,0 10 0-15,2 10-160 0,1 0 160 0,5-2 0 0,6-7 0 0,4-10 0 16,3 9-128-16,5 12 0 0,-4 4 0 16,-4 4 0-16,-2-7-64 0,0-7 0 0,-1-1 0 15,0 1 0-15,8 8 64 0,8 9 0 0,2 5 0 0,3 4 0 0,-4-4 128 16,-6-4-128-16,0-3 128 0,-4-2-128 0,9 2-160 31,10 3-32-31,1 7 0 0,1 7 0 16,-5 5-96-16,-7 3-32 0,1 2 0 0,2 2 0 0,9 2 320 0,11 0 128 0,-4-1-128 0,-8-2 128 0,2 1 0 15,0 1 0-15,9-2 0 0,10-3 128 0,-6 0-128 16,-8 0 0-16,2-1 0 0,4-1 0 0,5 3 224 16,7 4 32-16,-9 2 0 0,-10 0 0 0,11 2 0 15,15 1 0-15,-5 4 0 0,-8 3 0 0,4-1-64 16,5-3 0-16,1 2 0 0,1 3 0 0,-1-1-192 15,1-2 0-15,4 1 0 0,7 2-160 0,-5-1 160 16,-5-2 0-16,8 2 128 0,8 2-128 16,-7-2 0-16,-6-2 0 0,5 2 0 0,6 1 0 0,-8 0 0 0,-7 0 0 15,7 1 0-15,7 0 0 0,-6 0 0 16,-10-1 0-16,9-1 0 0,8 1 0 0,-9 0 0 0,-11-1 0 0,7 2 0 16,11 0-128-16,-11 0 128 15,-12-2 0-15,2 2 0 0,6 1 0 0,-3-2 0 0,0-2 176 0,-10 1-48 0,-9 2 0 0,6-1-128 16,10-1-176-16,-9-1 48 0,-9-2 0 0,-9 1 128 15,-4 1-128-15,2 0 128 0,4 0-128 16,0-1 0 0,4-1 0-16,-8 0 0 15,-9-1 0-15,-5 0-624 0,-6 0-112 0,-5 2-32 16,0 1 0-16,0 1-1328 0,-2-1-272 0,5 0-48 16,2-1-8096-16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3:04:07.5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2389 8500 8447 0,'-10'-6'304'0,"0"0"-96"0,-1 0-16 0,-1-1-192 15,-1 0-256-15,0 0 48 0,0 0 16 0,1 0 608 16,-1 0 128-16,0 1 32 0,3 0 0 0,0 0 448 16,-1 0 112-16,4 1 16 0,-1 0 0 0,3 1-256 15,0 0-64-15,5 4 0 0,-3-4 0 0,3 4-448 16,-2-5-112-16,2 0-16 0,0-1 0 0,0 0 368 15,0-1 64-15,2-1 16 0,-2-1 0 0,2-1-64 16,-1-1 0-16,-2-1 0 0,-1 0 0 0,-1-1-192 16,-2 0-64-16,-2 1 0 0,-3 1 0 0,-1 1 0 15,-4 1 0-15,0 3 0 0,-1 2 0 0,0 2-192 16,-1 3-64-16,-1 2 0 0,-2 3 0 0,1 2 368 16,-1 2 64-16,-3 5 16 0,0 6 0 0,-2 7-576 0,1 3 0 0,-2 1 0 15,6-1 0-15,2-2 0 0,3-1 0 16,4-1-192-16,4-2 48 0,7-1 16 0,2-2 0 15,6-1 0-15,7-3 0 0,3-2 128 0,5-2-128 16,4-5 128-16,-2-5-128 0,1-5 352 0,1-4 80 16,1-4 16-16,3-3 0 0,2-3 48 0,1-2 16 0,0-1 0 0,-1-1 0 0,-1-1-112 15,-1 0-16-15,-5-1 0 0,-1 0 0 16,-6-1-48-16,-1-1-16 0,-4 1 0 0,-3 3 0 0,-3 2 160 16,0 1 32-16,-3 4 0 0,-1 3 0 0,-3 3 96 15,-1 6 32-15,0 0 0 0,0 7 0 0,-3 5-320 16,1 5-48-16,-2 3-16 0,-1 3 0 15,-2 3 256-15,2 2 64 0,-3 0 0 0,1 0 0 0,1 0-320 16,-1-1-128-16,1 1 128 0,1 2-128 16,1 1 128-16,0 2-128 0,2-3 128 0,0-4-128 0,2-3 0 31,3-3 0-31,-1-3 0 0,1-3 0 0,-1-3-272 0,3-2-144 0,-2-2-32 16,2-2 0-16,0-2-1936 0,2-1-400 0,-1-2-80 15,4-2-16-15,2-3-912 0,1-1-192 0,1 0-48 16,0 0-2880-16</inkml:trace>
  <inkml:trace contextRef="#ctx0" brushRef="#br0" timeOffset="2373.73">1838 9064 10495 0,'6'-10'1840'0,"-1"1"-560"0,0 1-96 0,0 1-288 16,0 1-48-16,0 1-16 0,0 1 0 0,-2 1 0 15,-3 3 0-15,0 0 0 0,0 0 0 0,0 0-304 16,5 5-64-16,-3 5-16 0,-1 7 0 0,-2 6 208 16,-1 5 48-16,-3 2 0 0,0 2 0 0,-3 1-368 15,0 1-64-15,-2-2-16 0,-3-3 0 0,1-3-96 0,-2-2-32 16,-1-1 0-16,0 0 0 0,2 0 64 16,-2 0 0-16,4-3 0 0,-1-2 0 0,4-2 96 0,0-2 32 15,1-2 0-15,2-3 0 0,0-2-64 0,5-7 0 0,0 0 0 0,0 0 0 0,0 0 112 16,0 0 16-16,4-6 0 0,1-2 0 0,3-2-64 15,2-2 0-15,1 0 0 16,6 0 0-16,2 0-96 0,3 1-32 0,1 2 0 16,1 2 0-16,-1 2-192 0,3 1 0 0,-3 2 0 15,-2 3-160-15,-1 2 336 0,-2 2 64 0,-2 4 16 0,-2 3 0 0,-3 3-112 16,1 2-16-16,-3 3 0 0,-2 2 0 0,-2 2 208 16,0 1 48-16,-3 0 0 0,-1-2 0 0,-2-2-64 15,-1-1 0-15,-1-2 0 0,-2-2 0 16,-2-2 64-16,0-1 0 0,-1-2 0 0,-2-1 0 0,2-2 48 15,-2-1 16-15,0-1 0 0,-1-1 0 16,-1-2-448-16,-1-1 0 0,0-1 0 0,0-1 0 0,-1-1 0 16,2 0-224-16,1-1 32 15,-1-1 0-15,4-1-1136 0,0-1-208 0,1 0-64 0,1-1 0 0,4 0-512 16,1-1-96-16,2 0-32 0,1 1 0 0,4 0-96 16,-1 0-32-16,4 0 0 0,0 0 0 15,1 0 112-15,3 0 16 0,-1-1 0 0,2-2-2080 0</inkml:trace>
  <inkml:trace contextRef="#ctx0" brushRef="#br0" timeOffset="2620.91">2215 9524 19967 0,'0'0'2864'0,"0"0"-864"0,0 0-160 0,0 0-304 0,0 0-48 0,0 0-16 0,-2 10 0 15,-1 2-256-15,-2 4-48 0,0 2-16 0,0 3 0 16,0 2-400-16,-3 1-96 0,2 0-16 15,-1-2 0-15,0-2-144 0,-1-2-48 0,3-1 0 0,0-1 0 0,0-1-304 16,1-1-144-16,0-1 128 0,1-1-128 0,1 0 0 31,-1-1 0-31,1 0-224 0,2-1 80 0,0-1-496 16,0-1-112-16,2-1-16 0,0 0 0 0,1-1-2048 16,0 0-400-16,2-1-96 0,0-1-16 0,2-1-1680 15,-1-1-352-15,1 0-64 0,-1-1 736 0</inkml:trace>
  <inkml:trace contextRef="#ctx0" brushRef="#br0" timeOffset="3859.07">1823 10121 16127 0,'0'0'1120'0,"0"0"-336"0,0 0-64 0,0 0 192 16,0 0 48-16,-1 8 0 0,-1 1 0 0,-3 2-112 15,2 0-16-15,-2 5 0 0,-2 5 0 0,2 5-96 16,-1 5-32-16,-1 3 0 0,1 3 0 0,-1 2-304 16,0 2-64-16,2-3-16 0,-1-4 0 0,-1-4 0 15,2-4 0-15,0-3 0 0,2-2 0 0,0-2-192 16,0-1-128-16,1-2 128 0,0-3-128 0,2-2 224 16,-1-1-32-16,1-2 0 0,0-2 0 0,0-6 256 0,0 0 64 15,0 0 0-15,0 0 0 0,3-4-160 0,3-3-32 0,-1-1 0 16,4-2 0-16,1-1 64 0,1-1 0 0,2-1 0 15,0 1 0-15,4 0-384 0,-1 0 0 16,2 1 0-16,-1 1 0 0,1 0 0 0,0 1 0 0,-1 1 0 0,0 2-128 0,-3 1 256 16,-1 1 48-16,-1 3 16 0,-1 1 0 0,-2 3-192 15,-1 1 0-15,-1 2 0 16,-1 2 0-16,-3 2 0 0,2 1-176 0,-3 1 48 0,-2 1 0 0,0 2 400 16,-2 0 96-16,-3 3 16 0,0 2 0 0,-1 1 144 15,-2 2 48-15,-4 1 0 0,-1 1 0 0,-2 1 0 16,-1-1 0-16,-4-3 0 0,-1-3 0 0,0-3-320 15,0-2-48-15,-1-3-16 0,3-2 0 0,-1-2-192 32,3-2 144-32,1-1-144 0,1-2 128 0,2-2-1120 15,2-2-224-15,1-1-64 0,2-2 0 0,1-1-864 0,4-2-176 0,1-2-48 16,4-3 0-16,3-2-400 0,3-2-96 16,3-2-16-16,6-2 0 0,4-1-448 0,4-2-112 0,-1 3-16 0,-1 4-448 0</inkml:trace>
  <inkml:trace contextRef="#ctx0" brushRef="#br0" timeOffset="4247.89">2061 10593 20735 0,'0'0'2864'0,"0"0"-864"0,0 0-160 0,0 0-400 16,0 0-80-16,1-5-16 0,1 1 0 0,1-1-48 0,2 0-16 15,0 1 0-15,0 0 0 0,0 1-704 0,1 0-160 0,-1 1-32 16,2 1 0-16,-2 1-384 0,1 0 0 0,-1 2 0 0,0 1 0 0,0 1-224 15,-1 1 80-15,-1 2 16 0,-2 2 0 0,1 1 304 16,-2 2 64-16,-2 3 16 0,-1 3 0 0,1 3 0 16,-2 3 0-16,0 0 0 0,-1 1 0 0,2 1-256 15,0-2 0-15,1-3 0 16,1-2 0-16,1-4 512 0,1-3 48 0,2-1 16 0,2-2 0 0,0-2 48 16,0-1 16-16,3-2 0 0,2-1 0 15,0-2 48-15,3-1 16 0,2-2 0 0,3-2 0 0,0-2-320 16,2-2-48-16,0-1-16 0,-1-1 0 0,-1-1-192 15,0-1-128-15,-3 1 128 0,0 1-128 0,-3 1 176 16,-1 1-48-16,-3 1 0 0,0 1 0 0,-1 2-128 16,0 0-272-1,-3 2 64-15,-4 2 16 0,0 0-928 0,0 0-176 16,0 0-48-16,0 0 0 0,2 5-864 16,0 1-176-1,-2 1-48-15,-12 5 0 0,-1-4-1072 0,-2-4-208 0,-3-3-64 0,0-3-6464 0</inkml:trace>
  <inkml:trace contextRef="#ctx0" brushRef="#br0" timeOffset="11167.87">6242 11828 20991 0,'0'0'0'0,"3"8"0"0,2 0 0 0,1 2 0 0,5 0 192 0,1 0-48 0,2-1-16 0,1 0 112 16,5-1 16-16,-2-2 0 0,0-2 0 0,2-1 400 15,0-3 96-15,-1-2 16 0,-1-2 0 0,2-4-64 16,3-4 0-16,2 0 0 0,1 1 0 0,2 1-304 16,3 1-64-16,-1 1-16 0,-1-1 0 0,1 0-192 15,-1-1-128-15,-1-1 128 0,-1-3-128 0,-3-3 272 16,-3-4-16-16,-1-5 0 0,-2-3 0 0,0-6-256 15,-2-6 0-15,-3-1 0 0,0-1 0 0,-1 5 208 16,-2 5-16-16,-4 3 0 0,1 2 0 0,-5 2 0 16,-3 0 0-16,-3 0 0 0,-3-2 0 0,-3-1 64 15,-3-1 0-15,1 1 0 0,-1 3 0 0,-6 1 0 16,-5-1 0-16,-8 4 0 0,-7 2 0 0,-12 6-464 16,-8 4-96-16,1 7-16 0,6 6 0 0,1 1-48 15,0 0-16-15,-6 7 0 0,-6 7 0 0,2 8 384 16,0 8-176-16,8 3 176 0,10 0-128 0,2 0-112 15,-1-1-16-15,1-3 0 0,1-2 0 0,4 3 64 16,8 4 0-16,8 5 0 0,9 4 0 0,9-1 192 0,10-2 160 16,9-6-32-16,9-8 0 0,4-2 464 0,1-2 96 15,3-3 16-15,-1-4 0 0,8-3 144 0,10-4 48 0,5 0 0 0,5 0 0 0,-3 1-464 16,-7 0-96-16,-8-2-16 16,-2-4 0-16,-3-3-320 0,1-2 0 15,1-2 0-15,1 0-128 0,-3 0-208 16,-1-1-48-16,-5 1 0 15,-5 0 0-15,-5 3-768 0,-6 1-144 0,-3 2-48 16,-4 2 0-16,-3 3-1072 0,-3 3-208 0,-1 6-64 0,-4 6-6912 0</inkml:trace>
  <inkml:trace contextRef="#ctx0" brushRef="#br0" timeOffset="11708.66">6376 12839 21247 0,'0'13'0'0,"1"-3"0"0,1 1 0 0,1 2 0 15,2 1 0-15,0-1-160 0,3 0 160 0,0-1 432 16,2-1 160-16,3 0 48 0,1-2 0 0,0-4 864 16,4-4 176-16,2-1 48 0,6 0 0 0,6-4-464 15,7-4-96-15,5-3-16 0,2-4 0 0,-1-10-960 16,-4-9-192-16,-5-5 0 0,-5-4 0 0,0-1 0 0,2-1 0 16,-4 5 0-16,2 5 0 0,-4 1 240 0,-3-2-48 0,-6-5 0 0,-3-7 0 0,-7-4-192 15,-4-2 144-15,-4 7-144 0,-4 9 128 0,-4 6 112 16,-5 5 16-16,-2 5 0 15,0 3 0-15,-6 2 192 0,-2 2 64 0,2 3 0 0,-1 2 0 0,1 4-256 16,-5 4-64-16,-3 5 0 16,-6 3 0-16,-11 5-448 0,-13 4-112 0,0 4-16 15,3 4 0-15,2 10 208 0,3 9 48 0,-2 12 0 16,-6 11 0-16,2-5 128 0,3-8 0 0,8-2 0 0,10-1 0 0,10 6 0 16,8 9 0-16,6-3 0 0,4-6 0 0,8-7 432 15,3-6 112-15,4-5 32 16,6-5 0-16,5 1-368 0,5 2-64 0,5 3-16 0,3 3 0 0,3-1 0 31,1-2 0-31,-3-7 0 0,-4-7 0 16,-3-4-1376-16,-5-4-288 0,-2-3-48 0,-2-3-16 0,-3-2-816 15,2-1-160-15,-3-2-48 0,-4-2 0 0,3 1-1280 16,-1 2-256-16,2 0-48 0,-1-1-1296 0</inkml:trace>
  <inkml:trace contextRef="#ctx0" brushRef="#br0" timeOffset="12208.21">6366 14030 33279 0,'11'24'0'0,"-1"-7"0"0,2 1 0 0,2 0 0 0,1 0 0 0,3-3-160 0,2-2 160 0,6 0-240 15,4-2 48-15,4-3 0 0,4-3 0 16,1-1 192-16,-1-1 0 0,-2-3 0 0,-3-4 0 15,-2-2 160-15,-4-3 80 0,-3-5 16 0,-1-6 0 0,0-8-64 16,1-9 0-16,1-7 0 16,1-7 0-16,2 4 0 0,0 5 0 0,-2 4 0 15,-3 2 0-15,-5-1-48 0,-3-4-16 0,-5-8 0 16,-3-7 0-16,-6 2 64 0,-4 5 0 16,-4 9 0-16,-4 8 0 0,-6 5 144 0,-4 4 48 0,-3 3 0 0,-3 2 0 0,-2 1 400 15,-1 0 96-15,2 4 16 0,-2 3 0 0,-5 5-672 16,-8 4-224-16,-6 5 144 0,-10 5-144 0,2 5 0 15,2 4 0-15,4 4 0 0,4 2 0 0,-9 13-224 16,-10 14 80-16,1 10 16 0,0 9 0 0,10-5 0 16,9-7 0-16,10 2 0 0,5 4 0 0,8-1 304 15,5 1 64-15,8-10 16 0,5-11 0 0,8-5 960 16,6-5 208-16,4-3 48 0,3-4 0 0,7 1-672 16,3 1-128-16,9 0-32 0,9-1 0 0,6-1-448 15,5-2-192-15,-8-5 128 0,-6-6-128 0,-4-4 0 31,-5-2-224-31,-4-4 32 0,0-4 0 0,-1-3-576 16,1-2-96-16,-2-1-32 0,-2-2 0 0,-1-2 64 16,-1-1 0-16,-3 0 0 0,-2 0 0 0,-4 0-1440 15,0 1-288 1,-3 3-48-16,-10 8-11664 0</inkml:trace>
  <inkml:trace contextRef="#ctx0" brushRef="#br0" timeOffset="21402.75">3759 14315 27903 0,'114'-1'0'0,"-43"-1"0"0,3-3 0 0,21 2 304 16,19 3 64-16,4 1 16 15,1-1 0-15,-4 0-384 0,0-1-128 0,10 0 0 0,10 0 0 0,-3-1 256 16,-6-2 48-16,-1 1 16 0,-2 1 0 0,10-1 192 15,13-2 64-15,-13 0 0 0,-13 0 0 0,3 2 96 16,7 3 32-16,1-2 0 0,-2-2 0 0,-9 1-320 16,-10 2-48-16,5 0-16 0,8-1 0 0,-15 0-192 15,-13 0 144-15,2-1-144 0,4 0 128 0,-13 1 112 16,-11 2 16-16,-15-1 0 0,-8-2 0 0,-6 0-256 31,1 1 144-31,-8-1-144 0,-5-1 128 0,-8 1-1936 31,-5 1-400-31,-9 0-80 0,-8-34-9840 0</inkml:trace>
  <inkml:trace contextRef="#ctx0" brushRef="#br0" timeOffset="22128.68">7487 14228 30975 0,'0'0'0'0,"11"4"0"0,7 0 0 0,3 1 304 16,5 1 64-16,1 1 16 0,-1 0 0 0,2 0-112 16,3-1-16-16,5 1 0 0,9 0 0 0,4-1-48 15,7-1-16-15,-5-1 0 0,-7 0 0 0,-3-2 64 16,-2-2 0-16,2-1 0 0,6-2 0 0,4 0 304 16,10-1 64-16,-7 0 16 0,-3-1 0 0,-8 0-640 15,-4 0 0-15,-1-2 0 0,-2-3 0 0,5 2 128 16,4 0 96-16,-1 1 32 0,-1-1 0 0,-2 0-256 15,-2 0 144-15,-8 1-144 0,-7 0 128 0,-1 0 112 16,-3-1 16-16,-3 1 0 0,-3 2 0 0,-4 0-256 16,-2 1 0-1,-3 0 0-15,-5 4 0 0,0 0-368 0,0 0-112 16,-8-6-32-16,-5-1 0 0,-8 3-656 0,-11 3-144 0,-14 0-32 0,-14 0 0 0,-4 1 832 0,-1 0 144 0,0 2 48 0,1 2 0 0,-13 0 320 16,-15-1-176-16,8 0 176 0,11 1-128 0,-6 1 128 15,-6 0 0-15,6 0 0 16,10-2 0-16,13 1 784 0,10 0 192 0,5 0 48 0,7-1 0 0,1 1-368 15,2 0-64 1,6-1-16-16,5-2 0 0,9-1-304 0,11 0-64 0,0 0-16 0,7-2 0 0,11-1 576 16,11-3 96-16,9-2 32 0,3-2 0 15,23-3-896-15,21-3-240 0,-1-3-16 0,-7-3 0 16,15-1 256-16,19-2-144 0,-12 2 144 0,-12 2-128 0,10 1-64 31,14 1 0-31,-14 4 0 0,-15 6 0 16,0 0-656-16,5-1-144 0,-6 4-32 0,-6 3 0 0,-11 2 208 0,-15 2 48 15,-9-1 0-15,-9-1 0 0,-5 0 304 0,-3 0 64 0,-5 1 16 0,-5 1 0 0,-3 1 256 16,-3 0 128-16,-7-2-128 0,0 0 128 0,0 0-240 31,5 6 48-31,-5-6 0 0,1 9 0 0,-1-9-512 16,-6 8-112-16,-1-2-16 0,1-2 0 0,-4-1-192 16,0-2-64-16,0-1 0 0,0-2 0 0,1-1-1328 15,-1-1-272-15,1-1-48 0,3-1-16 0,1-1 64 0,0-2 0 0,0 2 0 0,0 1 0 16</inkml:trace>
  <inkml:trace contextRef="#ctx0" brushRef="#br0" timeOffset="23484.12">9227 13888 21247 0,'0'0'0'0,"0"0"0"0,0 0 0 0,0 0 1984 15,5-8 416-15,2 0 80 0,3 0 16 0,-2-3-720 16,4-4-144-16,-1-3-32 0,4-1 0 0,1-6-912 16,4-7-192-16,6-16-48 0,5-19 0 0,0 1 464 0,2 3 96 0,-2-6 16 15,0-6 0-15,-3-10-672 0,-2-11-128 0,-6 5-32 0,-3 7 0 0,-6-9-400 16,-1-12-96-16,-4 10-16 15,-2 12 0-15,-3-10 160 0,-1-11 32 0,-3 13 0 0,-3 15 0 0,-3-5 128 16,-1-8 0-16,-6 7 0 0,-2 5 0 0,-7 11-336 31,-6 9-48-31,-5-9 0 0,-8-13 0 16,1 4-352-16,1 7-80 0,4 8-16 16,0 7 0-16,-6 0 112 0,-5-1 16 0,-7-3 0 0,-3-4 0 15,3 8 560-15,8 9 144 0,4 6 0 0,6 5 0 0,0 3 0 0,-3 1 0 0,-3 3 0 0,0 0 0 0,3 2 0 16,0 1 0-16,5 2 0 0,3 3 0 0,5 4-192 15,2 3 0-15,3 4 0 0,0 3 0 0,-2 3 192 16,-1 4 0-16,-5 5 0 16,-2 2 0-16,-5 4-192 0,-1 3 0 0,-2 2 0 0,0 2 0 0,3 1 0 15,3 2 0-15,2-1 0 0,1-2 0 0,-7 1 192 16,-4 1-128-16,-3 6 128 0,-1 5-128 0,1 4 128 16,1 2 0-16,8-3 0 0,5-4 0 0,3-2 272 15,1-2 96-15,2-3 16 0,-2-3 0 0,-2-1-160 16,2-1-32-16,0-1 0 0,-1 2 0 0,5 6 112 15,1 8 16-15,1 6 0 0,6 6 0 0,1-2 0 16,5-3 0-16,2-3 0 0,3-3 0 0,0 4-320 16,5 3 160-16,0 13-160 0,2 14 128 0,3-1 112 15,1-7 16-15,-1 6 0 0,2 7 0 0,1 12-256 0,2 11 144 16,-5 8-144-16,-2 7 128 0,-1 0 0 0,-2-2 0 0,1 11 0 0,1 12 0 0,1-17-128 16,4-21 0-16,1 7 0 15,5 11-176-15,5-18 176 0,2-20-128 0,6 3 128 16,0 7-128-16,2-6 128 0,-2-8-128 15,0-10 128-15,-3-9-128 0,1-1 400 0,0 1 96 16,7 5 16-16,2 4 0 0,8-6-208 0,5-11-48 0,0-9 0 16,-3-9 0-16,-4-4-128 0,-2-4 128 0,-3-5-128 15,0-5 128-15,6-3 160 0,5-3 32 0,4-1 0 0,2-1 0 0,0-3 48 16,-1-2 16-16,-6-3 0 0,-3-2 0 0,8-1-64 16,12-1 0-16,3-5 0 0,7-6 0 0,-8-10 112 15,-9-11 16-15,2-9 0 0,7-10 0 16,4 6-160-16,5 6-32 0,-11-3 0 0,-12-5 0 0,-3-15-96 15,-3-17-32-15,1 9 0 0,2 11 0 0,3-20-352 16,0-21-80-16,-5 10-16 0,-7 14 0 0,-6-12-48 16,-5-17-16-16,-5 11 0 0,-7 16 0 15,-3-11 112-15,-1-15 16 0,0 13 0 0,-2 17 0 0,-5-5-64 16,-6-5 0-16,-2 7 0 0,-2 8 0 0,-6 6 112 31,-6 4 16-31,-11-8 0 0,-11-10 0 0,-10 9-208 16,-10 13-48-16,2 4 0 0,2 2 0 15,-12-12 0-15,-16-14 0 0,1 13 0 0,5 17 0 0,2 6 160 0,2 4 32 0,-6 0 0 0,-7 0 0 16,9-3 256-16,12-2 0 0,-7 3 0 0,-5 4 0 0,-1 7 0 16,1 8-160-16,8 3 160 0,9 2-128 0,-3 2 0 15,-6 1 0-15,5 3 0 0,4 3 0 0,10 3 128 0,7 1-128 16,3 5 128-16,0 5-128 0,-2 5-208 0,-5 5-48 0,-2 6 0 16,-1 4 0-16,4 10 64 0,7 9 0 15,5 19 0-15,5 17 0 0,6 4 320 0,2 0 0 16,2 19 0-16,6 18 128 0,2 2 0 0,6-2 0 15,4 3 0-15,8 3 0 0,5 4 0 0,5 5 0 0,3-11 0 0,5-14 0 0,10 12 320 16,9 17 48-16,11-8 16 0,9-10 0 0,-1 5 0 16,-6 8 0-16,-5 5 0 0,-6 5 0 15,10-14-208-15,10-16-48 0,3 7 0 0,-1 6 0 0,-7-12-256 16,-3-14 0-16,5 3 0 0,12 3 0 0,-1-18 0 16,1-22-256-16,-11-11 64 0,-8-8 0 0,-1-5-112 15,6-4-16-15,0-8 0 0,0-7 0 0,-4-9 512 16,-8-9 112-16,-6-9 16 0,-5-8 0 0,1-7 352 15,3-6 80-15,4-3 16 0,9-3 0 0,-1-20 144 16,3-24 48-16,-10-4 0 0,-10 0 0 16,-4-18-624-16,0-21-112 0,-6 3-32 0,-4 6 0 0,1-15-448 15,-3-15-112-15,-2-9-16 0,-5-7 0 0,-2 1 64 32,-5 4 0-32,-3 12 0 0,-4 12 0 0,-4-5-112 0,-8-5-16 0,-3 21 0 0,-1 23 0 0,-2-5 720 15,-1-9 144-15,-7 15 32 0,-3 19 0 0,-17 2-320 16,-13-1-128-16,-1 3 128 0,-2 2-128 0,5 10-224 15,3 10-128-15,-8 9-32 0,-11 7 0 0,1 1 208 16,2 2 48-16,1 3 0 0,4 4 0 0,-12 1-160 16,-10 1-32-16,7 5 0 0,13 6 0 0,-11 9 64 0,-10 8 0 15,1 7 0-15,7 6 0 0,-8 7-64 0,-12 6 0 0,2 9 0 0,0 10 0 16,-3 22 320-16,-6 22-160 16,6 9 160-16,9 6-128 0,1 8 256 0,-3 9 48 0,9 12 16 0,6 13 0 0,20-1-192 15,17-1 0-15,11-17 0 0,10-17 0 16,12 5 240-16,9 8 16 15,5-12 0-15,7-16 0 0,16 5 192 0,15 8 64 0,18-14 0 0,12-17 0 0,3 12 144 16,-2 12 48-16,18-13 0 16,18-17 0-16,-1 9-576 15,-3 13-128-15,6-14 0 16,6-16 0-16,2-12-1200 0,-5-10-272 0,-4-5-48 0,-8-3-16 0,-2-8-3120 16,1-8-624-16,-10-13-128 0,-11-14-4816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3:14:38.2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14228 12188 24831 0,'0'0'0'0,"0"0"0"0,0 0 0 0,0 0 560 15,0 0 112-15,0 0 32 0,0 0 0 0,0 0-880 0,7-2-160 0,1-1-48 0,2-1 0 16,3-1 384-16,2-1 128 0,3-1 0 16,0 0 0-16,4-2-128 0,3-1 128 0,-2-2-128 15,0-1 128-15,2-3 0 16,-1-3 0-16,-1-1 0 0,-1-1 0 0,2 0 0 0,2 1 0 0,6 0 0 0,5 2 0 0,6 3 0 15,8 2 0 1,-3 5 0-16,-1 4 0 0,-6 2-128 0,-3 2 128 0,2 2-128 0,3 0 128 0,7 3 64 16,7 2 0-16,1 3 0 0,-4 2 0 15,-7 1-192-15,-2-1 128 0,-3 3-128 0,3 0 128 0,6-1 368 16,9-2 64-16,-2-2 16 0,0-2 0 16,-8-2-208-16,-6-2-48 0,2 2 0 0,0 0 0 0,8-1 112 15,7-2 16-15,-2-1 0 0,-3-3 0 0,-7 1 96 16,-6 2 32-16,5 1 0 0,5-1 0 0,5 0-416 15,6 0-160-15,-7-2 128 0,-6-1-128 0,-3 2 192 16,-4 2-64-16,2 0 0 0,5 0 0 16,5-1-352-16,3 0-80 0,-5-2-16 0,-7-1 0 0,-4 1 320 15,-5 0 144-15,-1 1-16 0,4 0 0 0,5-1-128 16,7 0 0-16,-2 0 0 0,-2-1 0 0,-5 0 0 16,-4 0 0-16,-4 2 0 0,-5 2 0 0,5 0 128 15,5-1 0-15,3 0 0 0,2 0 0 0,0-2-128 16,0-1-176-16,-5-1 48 0,-8-1 0 0,-2 0 256 15,-3-1 48-15,0 1 16 0,2-1 0 0,4-1 0 16,7-1 0-16,2-1 0 0,1-2 0 0,-3-2 256 16,0-2 48-16,-5 0 16 0,-5 0 0 0,-3 0-368 15,1-1-144-15,1-2 128 0,3 0-128 0,3-1 240 0,5-2-48 16,2 1 0-16,-1 1 0 0,-4 1-192 0,-5 0 0 16,-2 2 0-16,-3 0 0 0,-3-2 0 0,-2-2 144 0,1 1-144 15,3 1 128-15,4-3-128 0,4-3 0 0,2-5 0 0,0-7 0 0,-2-5 128 16,-2-6 0-16,-4 3 0 0,-4 4 0 0,-2 4-128 15,-5 2 0-15,-2 3 0 0,-1 2-176 0,-2-1 176 16,-1 0-128-16,-1-4 128 0,-1-5-128 0,2-6 128 16,-1-6 176-16,2 4-48 0,2 4 0 15,1 4-128-15,-1 3 128 0,0 2-128 0,0 2 128 0,0-6-128 16,-1-8 0-16,1-7 0 0,-2-7-176 0,0 5 304 16,1 5 48-16,-3 6 16 0,1 5 0 0,-1-5 0 15,-1-8 0-15,0-9 0 0,-4-9 0 0,1 7-192 16,1 7 128-16,-1 5-128 0,-2 3 128 0,0-14 0 15,1-14 0-15,-3 4 0 0,2 5 0 0,-2 6 0 16,0 4 0-16,-1-7 0 0,0-10 0 0,-1 0-128 16,1 1-176-1,-1 1 48-15,0 0 0 0,-1 1-160 16,0 0-32-16,-1 0 0 0,1 0 0 0,-1 4-144 0,1 4-48 16,0-10 0-16,2-11 0 0,-1 5 320 0,2 6 48 0,-1 3 16 15,3 4 0-15,-2-10-208 0,-1-11-48 0,0 8 0 0,-1 11 0 0,1 1 0 16,1-1 0-16,2-6 0 0,0-8 0 0,2 8 384 15,-1 10 128-15,1 2 0 0,-1 0 0 0,3-6-128 16,0-9-272-16,0 8 64 0,2 11 16 0,1 5 192 16,2 4 160-16,3-5-32 0,2-9 0 0,3-3-128 15,2-4 0-15,1 12 0 0,1 11-176 0,2 3 176 0,2 1-128 0,-2-6 128 16,-2-7-128-16,0-1 304 0,-1 0 64 0,0 7 16 0,-1 8 0 0,7 5-112 16,7 5-16-16,5 2 0 0,7 3 0 0,-1-3 64 15,-1-3 0 1,-5-1 0-16,-5-2 0 0,3-1-192 0,5-1 0 0,9 4 0 0,9 3-176 0,-3 6 176 15,0 5 0-15,-7 2 128 0,-2 0-128 0,9 3 0 16,11 2 0 0,-1 2 0-16,-1 0 0 0,-6 1 0 0,-1-1 0 0,8 0 0 0,11 0 0 0,-3 0 128 15,-6 0-128-15,-3 1 128 0,-1 1-128 0,10-1 128 16,11-1-128-16,-9 0 128 16,-12 1-128-16,11 0 272 0,12 0-16 0,-5 0 0 0,-8-1 0 0,1 4-256 15,7 5 0-15,2 0 0 0,2 0-144 0,-5 3 272 16,-8 3 48-16,8-1 16 0,11-1 0 0,-12 1-192 15,-11 0 0-15,6 1 0 0,7-1-176 0,-2 0 176 16,-3-2 0-16,-4 1 128 16,-5 0-128-16,8 1 0 0,9-1 0 0,-10 0 0 0,-12-1 0 0,0 1 0 15,6 0 0-15,2 0 0 0,3-1-128 0,-9 0 128 16,-11 1 0-16,2 0 128 0,6-2-128 0,2 1 0 31,6 0-128-31,-12 0 0 0,-9-1 0 0,-1 0-1184 16,1 0-224-16,5-1-64 0,5 0 0 0,-5-3-1888 15,-6-2-384-15,0-4-80 0,-2-6-6208 0</inkml:trace>
  <inkml:trace contextRef="#ctx0" brushRef="#br0" timeOffset="4710.02">8015 13423 17663 0,'18'7'0'0,"-5"-2"0"0,2 1 0 0,3 2 1024 15,5 1 192-15,9 2 64 0,11 1 0 0,10 4-672 0,9 3-128 0,-1 1-32 16,-7 1 0-16,12-1-448 0,12-1 0 16,3-3 0-16,6-3 0 0,4 0 0 0,3-1 0 0,5-4 0 0,4-5 0 15,4 0 0-15,4 0 304 0,-3-3-48 0,-3-5 0 0,10-2 64 16,13-1 0-16,-13-3 0 15,-12-4 0-15,10-3 192 0,16-3 64 0,-11-3 0 0,-13-3 0 0,5 4 192 16,4 3 64-16,-9 0 0 0,-9-1 0 0,1 2-416 16,6 2-80-16,-13 0-16 0,-15-1 0 0,2-2 0 15,4-3 0-15,-9-6 0 0,-9-8 0 16,-13-2-144-16,-12-3-48 0,-10 3 0 0,-8 3 0 0,-7 3 64 31,-5 3 0-31,-6 1 0 0,-2 2 0 0,-7-6-720 16,-9-6-144-16,-14-8-32 0,-16-10 0 0,-14 5 0 0,-16 6 0 15,-1 7 0-15,1 6 0 0,-17 6 368 0,-17 2 64 0,0 6 16 0,2 2 0 0,-4 3 96 16,-6 1 32-16,-5 3 0 0,-5 3 0 0,5 5 352 16,8 3 80-16,-8 2 16 0,-11 1 0 0,-1 5-112 15,1 4-16-15,7 3 0 0,10 2 0 16,-10 5 0-16,-11 2 0 0,13 9 0 0,15 8 0 0,-3 7 1024 16,-1 6 208-16,8-5 48 0,13-6 0 0,-4-1-320 15,-2 0-48-15,17 6-16 0,17 5 0 0,1 4-768 16,0 3-144-16,7-8-48 0,4-12 0 0,10-7 64 15,6-6 0-15,9-2 0 0,8-1 0 0,9 1-192 32,4 3-176-32,5 4 48 0,7 4 0 0,10 1-928 0,11 1-176 15,10-5-48-15,7-7 0 0,3-6-512 0,3-5-96 0,4-4-32 0,1-3 0 16,11-11-2816 0,7-12-560-16,-8-8-112 0,-9-6-1120 0</inkml:trace>
  <inkml:trace contextRef="#ctx0" brushRef="#br0" timeOffset="5475.27">9186 6649 23807 0,'63'14'0'0,"-12"-7"0"0,13-3 0 0,9-4 0 15,4-4 0-15,-6-6 0 0,-9-5 0 0,12-3-368 16,12-3-64-16,-8 1-16 0,-7 2 0 0,-1-3 928 0,1-3 176 0,6-2 48 16,8-2 0-16,-6-14-112 0,-12-13-16 0,4-8 0 0,6-8 0 0,-2 6-256 31,-1 7-48-31,-13-9-16 0,-14-12 0 0,-14 2-608 15,-8 2-128-15,-10 11-32 0,-5 10 0 0,-9-2 0 0,-4-5 0 0,-12 1 0 0,-8 1 0 0,-20 10 672 16,-21 9 128-16,-6 11 32 0,-5 9 0 0,-19 8 256 16,-17 6 48-16,-3 7 16 0,3 5 0 0,-16 12-832 15,-20 11-144-15,-6 11-48 0,-8 9 0 0,2 2 208 16,4 1 48-16,17-3 0 0,14-4 0 0,-2 11 1280 16,-5 13 256-16,20 1 48 0,25-3 16 0,7-7-160 15,0-9-32-15,10 1 0 0,14 1 0 0,15 4-864 16,20 5-176-16,16-6-48 0,17-7 0 0,16-6 320 15,19-6 48-15,1-1 16 0,2-1 0 0,11-1-64 16,12-1 0-16,10 2 0 0,5 1 0 0,-3-2-512 31,-7-2-192-31,8-5 0 0,8-5 0 0,-11-3-320 16,-12-2-48-16,7-2-16 0,6-2 0 0,-3-1-448 16,-5-1-112-1,-8 0-16-15,86 33-13248 0</inkml:trace>
  <inkml:trace contextRef="#ctx0" brushRef="#br0" timeOffset="5852.3">9254 13759 56063 0,'0'0'0'0,"0"0"0"0,0 0 0 0,0 0-1024 31,0 0-208-31,0 0-48 0,-46-58-19856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3:14:49.3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5990 2974 26623 0,'0'0'0'0,"2"-8"0"0,-2 0 0 0,0 8 960 15,0 0 208-15,0 0 48 0,0 0 0 0,0 0-832 16,0 0-144-16,0 0-48 0,0 0 0 0,8 3 160 16,-1 1 32-16,-1 1 0 0,-1-1 0 0,2 1-256 0,-1 1-128 0,3-1 128 15,-1-1-128-15,0 1 128 0,3 1-128 0,1-1 128 16,4 0-128-16,4-1 0 0,8-1 0 0,8-3 0 0,8-3-128 0,5-3 128 15,5-1 0-15,-3-3 128 0,2-2-128 16,16-2 128-16,19-2-128 0,0 2 128 0,-5 1-128 0,17 1 432 16,23 1 16-16,-2 1 0 15,-7 0 0-15,9 3-160 0,13 4-32 0,8 1 0 0,9-1 0 0,5 1-256 16,6 0 0-16,-2 1 0 0,-5 0 0 0,4 3 160 16,5 2-32-16,1 1 0 0,-1 1 0 0,7 1 64 15,5 1 0-15,1-1 0 0,0 0 0 0,3-2-192 16,5-1 0-16,-5-1 0 0,-3-2 0 0,-2-1 128 15,-3 0 0-15,-10 1 0 0,-4 1 0 0,-2 2-128 16,0 2 0-16,1 2 0 0,4 0 0 0,-4-1 0 16,-4-3 0-16,-18 1 0 0,-17 1 0 0,2 0 0 15,8 1 128-15,-20-1-128 0,-18 0 128 0,0-1-128 16,7-1 0-16,-18-1 0 0,-17 0-176 0,-15 1 176 16,-11 0 0-16,-10 0 0 0,-8-2 0 0,-7 0 0 15,-5 0 176-15,-8-2-48 0,0 0 0 0,-13 1 112 16,-8-2 16-16,-19-1 0 0,-17-1 0 0,-17-2 0 15,-13-2 0-15,-11-3 0 0,-11-4 0 0,-5 0-112 16,-5 0-16-16,-12 3 0 0,-16 3 0 0,-13-1-128 16,-12-2 128-16,-5 1-128 0,-4 1 128 0,-7 0 0 0,-6-1 0 15,-4 2 0-15,1 2 0 0,-7 1-128 0,-4-1 0 0,4 2 0 0,1 2-176 0,-2 1 176 16,1 0 0-16,4 0 0 0,5 0 0 0,3 1 0 16,0 2 0-16,12-1 128 15,12 0-128-15,7 1 176 0,5 1-48 0,4 3 0 16,5 2 0-16,7-3-128 0,8-4 128 0,16 2-128 0,13 3 128 0,11 0 64 15,5 0 0-15,5 0 0 0,6 1 0 0,14 3-192 16,16 1 0-16,12-2 0 0,10-2 0 0,6-1 0 16,6-2 128-16,12-4-128 0,0 0 128 0,3 6-128 15,11 2 0-15,11-2 0 0,16-1-176 0,18 1 400 16,17 1 80-16,4-2 16 0,2-3 0 0,20 1-320 16,16 2 0-16,16-1 0 0,9-2-144 0,8 0 16 15,9-1 0-15,7-1 0 0,3 0 0 16,14 2 128-16,16 0 0 0,5 0 128 0,4-1-128 0,15 2 0 15,11 2 0-15,-2 0 0 0,-5 0 0 0,2 3 128 16,3 3-128-16,3 2 128 0,1-1-128 0,5 2 0 16,4 0 0-16,-6-1 0 0,-6-2 0 0,-7 0 0 15,-4-2 0-15,-18 2 0 0,-18 0-128 0,-16-2 128 16,-12-3 0-16,-15-1 128 0,-11-1-128 0,-21-1-128 31,-22-1-112-31,-11-1-16 0,-9-3 0 0,-16-1-1376 31,-13-2-288-31,-19-2-48 0,-136-80-13856 0</inkml:trace>
  <inkml:trace contextRef="#ctx0" brushRef="#br0" timeOffset="7174.4">1848 6475 9471 0,'-12'-7'0'0,"2"3"0"0,-3 0 0 0,-1 1 0 0,-1 0 0 0,-2-1 144 0,1 1-144 0,-1 1 0 16,4 0 0-16,2 1 0 0,1 0 0 16,3 2 704-16,-1 1 256 0,8-2 48 0,-6 5 16 0,6-5-512 15,-5 10-112-15,3-1-16 0,5 0 0 0,6 0-96 16,5-2-32-16,11 0 0 0,9-1 0 0,9 1 512 16,11-1 112-16,3 0 16 0,-3-2 0 0,14-4-416 31,15-3-80-31,1 2-16 0,-2 2 0 0,5-2-96 0,2-3-32 0,2 3 0 0,-4 3 0 0,-4-2-256 15,-6-1 0-15,3 1 0 0,6 0-144 0,-7 2 416 16,-9 1 96-16,-5-1 16 16,-4-2 0-16,1 1 48 0,-1 0 16 0,-7 2 0 15,-8 1 0-15,-13 0-448 0,-8-1 0 0,-9 0 0 0,-8-1 0 0,-8-2 0 16,0 0 192-16,-18 3 0 0,-11 0 0 0,-14 1 768 16,-11 1 144-16,-2 2 48 0,2 1 0 0,-13-3-832 15,-15-3-144-15,-5 4-48 0,-3 4 0 0,-9-3 112 16,-8-5 16-16,5 3 0 0,4 4 0 0,-2-3 0 15,-3-6 0-15,8 3 0 0,9 4 0 0,14-4 192 16,11-4 64-16,7 0 0 0,6-1 0 0,10-1 0 16,8 0 0-16,12 0 0 0,5 0 0 0,13 3-320 15,8-7-48-15,10 0-16 0,12-1 0 0,7 0-128 16,4-2-272-16,13-3 64 0,15-2 16 0,10 2 48 0,8 4 16 0,5-2 0 0,3-2 0 0,6 1 128 16,3 1 176-16,-1 0-48 0,-1-1 0 0,-2 4 0 15,-4 2 0-15,-13 1 0 0,-8 2 0 0,-4 2-128 16,-4 1 0-16,-11 2 0 0,-10 1-176 0,-15 1-16 15,-8-1 0-15,-10 1 0 0,-8 1 0 0,-10 1 64 16,-13 0 0-16,-13 2 0 0,-15 1 0 0,-8 3 256 16,-4 1 48-16,-10-2 16 0,-6-3 0 0,-10 5-64 15,-6 6 0-15,5-2 0 0,6-4 0 0,-5 3-128 16,-6 4 0-16,13 1 0 0,13-1 0 0,10-2 128 16,8-3 0-16,3-3 0 0,6-2 0 0,5-1-128 15,6-2 0-15,6-3 0 16,6-2 0-16,5 0 0 15,9-2 0-15,0 0 0 0,0 0-176 0,13-6-208 16,6-1-64-16,0-1 0 16,4-1 0-16,0 1-1072 15,0 1-208-15,-1 1-64 0,-3-30-10640 0</inkml:trace>
  <inkml:trace contextRef="#ctx0" brushRef="#br0" timeOffset="9481.56">9316 6522 18431 0,'0'0'0'0,"0"0"0"0,-5 7 0 0,5-7 0 16,0 0 0-16,0 0 0 0,0 0 0 0,8 3 0 16,6-4-208-16,5-1 64 0,7 0 16 0,10-2 256 15,8-2 48-15,2 1 16 0,2 1 0 0,1 0 144 16,-3-1 48-16,5 0 0 0,5-1 0 0,6 0 48 16,6 0 16-16,-6 3 0 0,-7 1 0 0,-4 0-160 15,-1-2-32-15,-1 2 0 0,2 1 0 0,-4 0-256 0,-1-1 160 16,-9 1-160-16,-8 0 128 0,-8 0-128 0,-7 0 128 15,-8 1-128-15,-6 0 128 0,-8 2 256 16,-12-1 64-16,-11 2 0 0,-12 1 0 0,-6 2-160 16,-3 2-32-16,-8-1 0 0,-2-3 0 0,-12 0-256 0,-14-1 160 15,6 1-160-15,6 1 128 0,-2-2-128 0,-5-2 128 16,6 2-128-16,10 3 128 0,11-1 512 0,11-1 112 0,10 0 16 16,9 0 0-16,8-2-768 0,6 0 0 15,4 0 0-15,8-2 0 0,0 0 0 0,10 5-160 0,11-3 160 0,7-2-128 0,18-3-160 16,19-3-32-16,6 3 0 0,4 2 0 0,9-3 1024 15,12-3 208-15,0 4 48 0,0 3 0 0,-2 0-464 16,0-2-96-16,-4 3-16 0,1 4 0 0,-11-2-384 16,-6-2 0-16,-3 1 0 0,-1-1 0 15,-5 2-176-15,-6 3 176 0,-14 0-128 0,-11 0 128 0,-9 0 0 16,-7-2 0-16,-7 0 0 0,-4-1 0 0,-7-3 0 47,0 0 0-47,-20 1 0 0,-149 9-13296 0</inkml:trace>
  <inkml:trace contextRef="#ctx0" brushRef="#br0" timeOffset="14471.35">3342 9369 22271 0,'0'0'0'0,"8"4"0"0,-1-1 0 16,3 0 400-16,4-1 96 0,3 0 16 0,3-1 0 0,1 1-64 16,4 0 0-16,-1 0 0 0,3-1 0 0,-3 1-48 15,-1 1-16-15,0 0 0 0,0 0 0 0,3 0-256 16,2-1-128-16,7 3 128 0,9 2-128 0,8 4 240 16,4 4-48-16,-4 6 0 0,-4 4 0 0,-4 4-192 15,-2 1 0-15,12 0 0 0,13-1 0 0,5-3 0 16,4-2-160-16,-4-2 32 0,1-2 0 0,6 2 512 15,13 1 96-15,-3-1 32 0,-5-1 0 0,14 6-320 16,17 6-48-16,-2-1-16 0,-10-2 0 0,9-2 320 16,10-1 48-16,4-2 16 0,3-1 0 0,1-5-368 15,0-5-144-15,6-5 128 0,5-4-128 0,10-3 192 16,6-3-64-16,-6-1 0 0,-5-2 0 0,-5-4-128 16,-1-3 0-16,4-5 0 0,7-5 0 0,5-4 544 15,3-3 80-15,-9-2 16 0,-11-3 0 0,0 3-368 0,-3 3-64 0,2 1-16 16,5 0 0-16,-8 0-192 0,-11-1 0 0,-6-7 0 0,-3-8-160 0,-3-9 160 31,1-9 176-31,-7 8-48 0,-9 9 0 0,-5 2 0 0,-5 0 0 0,2-4 0 16,1-6 0-16,-11-8 0 0,-14-8 0 0,-4 5 0 15,3 7 0-15,-1 0-128 0,2-2 128 0,-9-9-128 16,-8-13 128-16,-9 6-128 0,-8 8 128 0,-6-1-128 16,-4-3 128-16,-6-8-128 0,-2-9-176 0,-6 7 48 0,-6 12 0 0,-4-7 128 15,-3-10-128-15,-6 3 128 16,-3 6-128-16,-8 4 128 0,-8 3 0 0,-15-11 128 0,-11-11-128 0,-7 10 0 15,-1 12 0-15,-5 4 0 0,-4 2-128 0,-14-7 128 16,-14-9 0-16,0 8 128 0,0 8-128 0,-6 8 0 16,-7 5-240-16,-14-1 48 0,-11-4 0 0,-1-2 192 15,2-3-144-15,-1 9 144 16,1 10-128-16,-10 6-160 0,-12 4-32 0,-5 2 0 0,-3 1 0 0,-3 0 512 16,-6 1 112-16,2-1 16 0,6-1 0 0,-4 0-320 15,-3 0 0-15,3 4 0 0,2 4-144 16,-4 4 144-16,-5 4 0 0,0 5 0 0,2 4 0 0,-5 4 0 15,-3 4 0-15,0 4 128 0,-2 4-128 0,-1 4 0 16,0 3 0-16,3 3 0 0,0 3-128 0,0 1 0 16,0 1 0-16,4-1 0 0,3-1 0 0,6 2 128 15,2-2 0-15,8 9 128 0,11 9-128 0,-1 9 0 16,-4 7 0-16,1-4 0 0,1-7 0 0,9-2 128 16,9-4-128-16,8 12 128 0,6 13-128 0,-1 3 0 15,-2-3-240-15,14-5 48 0,16-6 0 0,-4 10 192 16,-3 12-144-16,12-2 144 0,12-5-128 0,9-6 128 0,11-5-128 15,-1 11 128-15,-2 14-128 0,7-6 128 0,6-9 176 16,9 1-48-16,10 0 0 0,6 9-128 0,9 10 0 0,8-9 0 0,5-12 0 0,7 12 0 16,5 14 128-16,7-8-128 0,12-13 128 15,8 4 0-15,10 6 0 0,2 0 0 0,2 0 0 16,-1-9 112-16,4-10 16 0,14 4 0 0,17 6 0 0,-2-3-256 16,0-6 144-1,10-10-144-15,16-12 128 0,-1-3 208 0,-2-2 48 0,13 3 0 16,17 4 0-16,10-1 0 0,6-1 0 0,0-6 0 0,-3-6 0 0,6-6-208 15,5-5-48-15,6-3 0 0,2-3 0 0,8-4 112 16,7-4 16-16,2-3 0 0,0-3 0 0,6 0-256 16,2-1 0-16,-1-3 0 0,-5-4 0 0,2-1 0 31,4-2 144-31,-9-2-144 0,-7-1 128 0,-12-3-1120 16,-6-2-224-16,-9-1-64 0,-8-3 0 0,0-3-2704 15,0-4-560-15,-11 2-96 0,-17 3-5840 0</inkml:trace>
  <inkml:trace contextRef="#ctx0" brushRef="#br0" timeOffset="37736.61">2789 13890 31231 0,'0'0'0'0,"0"0"0"0,5-5 0 0,5 0 144 0,1 1 48 0,3 0 0 0,2-1 0 0,4 0-368 16,4-1-64-16,4 2-16 0,4 2 0 0,2 1 256 15,5 0 256-15,-2 1-48 0,0 2-16 0,-4 1 160 16,1 0 32-16,1-1 0 0,-1-2 0 0,7 0-160 16,8 0-32-16,-1 1 0 0,1 1 0 0,-4 1-192 15,-8 0 0-15,-4 1 0 0,-8-1-160 0,-5 0 160 16,-4-1 0-16,-3 1 0 0,-3-1 0 0,-2 0 0 16,-8-2 0-16,0 0 128 0,0 0-128 0,0 0 0 15,-10 6-128-15,-4-1 0 0,-5-1 0 0,-12 0 704 16,-13 0 160-16,-7 2 32 0,-6 2 0 0,1 1-416 15,3 0-80-15,5-2-16 0,1-4 0 0,-7 0-256 16,-2 0 160-16,2 0-160 0,5 1 128 0,8 0 416 16,6 1 80-16,9-1 16 0,5-1 0 0,4-1-464 15,6 0-176-15,4-1 128 0,7-1-128 0,0 0 0 16,0 0 0-16,4-5 0 0,5-2 0 0,11-2 288 16,11-3-32-16,10 0 0 0,12 0 0 0,3 3-256 15,-2 2 0-15,-3 0 0 0,-4-1 0 0,2 0 0 16,5 0 0-16,-1 2 0 0,0 2 0 0,-8 2 0 0,-7 2 0 15,-8 0 0-15,-9 1 0 0,-6 0 0 0,-4-1 0 0,-11 0 0 16,0 0-144-16,0 0 16 0,0 0 0 0,-11 4 0 0,-4 0 0 0,-13 2 400 16,-10 0 96-16,-8 4 16 0,-4 3 0 0,0 2-112 15,6 1-16-15,-2-2 0 0,0-1 0 16,-8 0-48-16,-6 1-16 0,1-1 0 0,4-1 0 0,6 0-192 31,6 0 144-31,-3 0-144 0,-3-1 128 0,-8-5-3424 16,-9-7-688-16,0-10-144 0,-4-12-9520 0</inkml:trace>
  <inkml:trace contextRef="#ctx0" brushRef="#br0" timeOffset="43444.95">5276 12073 26111 0,'0'0'0'0,"0"0"0"0,7 1 0 0,5 1 144 0,2-1 48 0,6 0 0 0,3-1 0 16,3 1-192-16,6-1 0 0,2 0 0 0,2 0 0 0,0-1 0 15,-3-2 128-15,-3-1-128 0,-2-1 128 0,7 1 464 16,6 1 96-16,8-1 16 0,11-2 0 16,2 0 0-16,0-2 0 0,2 1 0 0,0 1 0 0,14 0-208 15,17 0-48-15,-5 1 0 0,-10 2 0 0,17 1-304 16,20 1-144-16,-6 1 128 0,-6 1-128 0,8 1 192 16,10 1-64-16,5 0 0 0,5 1 0 0,-6 0-128 15,-5-1 128-15,5 0-128 0,7-2 128 0,6-1 0 16,8 0 0-16,-9-3 0 0,-9-2 0 0,4-2 0 15,11 0 0-15,5-1 0 0,5-1 0 0,-1-3 208 16,2-1 48-16,-7 0 0 0,-8 0 0 0,5 2-208 16,7 2-48-16,6 1 0 0,2 1 0 0,0-2 0 15,-2-3 0-15,-10 3 0 0,-15 3 0 0,1 3 256 16,3 2 64-16,0-2 0 0,-1-2 0 0,-15 2-112 16,-12 2-16-16,0 1 0 0,7-1 0 0,-16 1-320 15,-19 1 0-15,-2-1 0 0,-4-2-128 0,-1 0 304 16,-4 0 64-16,-12 1 16 0,-11 2 0 0,-9 0-112 15,-6-1-16-15,-4 0 0 0,-6 0 0 0,-2-1-128 0,-3 0 0 16,-1 0 0-16,-4 1-176 0,-2 0-160 16,-4-1-48-1,-7 1 0-15,0 0 0 0,-6 5-2096 0,-8 4-416 0,-12 3-96 0,-8 3-16 16,-11-17-2816-16,-12-21-560 0,3-23-112 16,3-22 1152-16</inkml:trace>
  <inkml:trace contextRef="#ctx0" brushRef="#br0" timeOffset="47062.92">2041 16418 36095 0,'0'0'0'0,"8"-3"0"0,2-1 0 0,8 0-208 16,5-1-48-16,8-1 0 0,7-1 0 0,6 2 256 15,6 0 160-15,-3 2-32 0,-2 1 0 0,2-1-128 16,7-4-176-16,11 3 48 0,11 2 0 0,-5 2 352 16,-7 1 80-16,0-1 16 0,3-2 0 0,5 2-320 15,9 2 0-15,-11 1 0 0,-12 1 0 0,2-3 160 16,2-4-32-16,4 1 0 0,3 2 0 0,-5 2 0 0,-8 0 0 16,-5-2 0-16,-3-2 0 0,4 0 0 0,7 0 0 15,-2 2 0-15,-3 1 0 0,-8 2-128 0,-8 1 0 16,-10 1 0-16,-7-1 0 0,-6 0 0 0,-3-1 0 0,-6-1 0 0,-6-2-176 0,0 0-64 15,0 0-16-15,0 0 0 0,-13 5 0 16,-8 1 256 0,-9 0 0-1,-11 2 0-15,-11 3 0 0,-4 2-608 0,-3 2-80 0,3 0-16 0,4 0 0 0,-14 0 256 0,-13 0 64 0,5-4 0 16,9-4 0-16,6 1 384 0,4 2 224 16,0-1-32-16,-6-2 0 0,2-1 880 0,5 0 160 0,8-3 48 0,8-1 0 0,9 1-416 15,6-1-80-15,5 0-16 16,5-1 0-16,3 1-192 0,10-2-64 0,0 0 0 0,0 0 0 0,0 0-192 31,0 0-64-31,8 2 0 0,8-1 0 0,7-1-1168 16,10 0-240-16,12-2-64 0,10-2 0 15,1-3-912-15,3-3-192 0,6-1-48 0,9-1 0 0,-5-9-3264 16,-8-10-672-16,-7 2-128 0,-8 5 928 16</inkml:trace>
  <inkml:trace contextRef="#ctx0" brushRef="#br0" timeOffset="52952.95">15362 16337 29951 0,'0'0'0'0,"0"0"0"0,0 0 0 0,5-5-256 15,-5 5-64-15,6-5 0 0,1 1 0 0,0 1 0 0,-1 1 0 16,2 1 0-16,-1 0 0 0,-7 1 320 0,6 4 0 15,-2 4 0-15,-1 3 144 0,0 11 560 0,2 10 96 0,0 10 32 0,0 7 0 0,0 0-112 16,3-3-16-16,0-2 0 0,-1-2 0 0,3 10-560 16,3 10-144-16,2-4 0 15,0-8 0-15,1-9 0 0,0-11 128 0,1-7-128 0,-1-7 128 0,-2-5 0 16,1-3 0-16,0-2 0 0,-2-2 0 0,0-4 64 16,0-3 0-16,-1-3 0 0,-1-4 0 0,1-5-192 15,1-6-176-15,-1-6 48 0,-1-6 0 0,-1-5 128 16,0-2 0-16,0 3 0 0,1 5 0 0,-1 4 0 15,1 3 0-15,-1 2 0 0,0 2 0 0,0 0 176 16,0-1 64-16,0 1 16 0,0 0 0 0,-1 3 96 16,1 2 32-16,-2 4 0 0,-1 3 0 0,1 4-208 15,-8 5-48-15,8 4 0 0,-1 5 0 0,0 6-128 16,1 5 0-16,0 3 0 0,0 1-176 0,-1 2 448 16,-1 1 96-16,1 7 16 0,1 7 0 0,-1 7-208 15,-1 6-48-15,3-5 0 0,-1-6 0 0,-2-7 208 16,2-7 48-16,-3-4 0 0,0-3 0 15,-1-2-64-15,-1-3 0 0,-1-1 0 0,-1-1 0 0,-1-1-320 32,0-1-240-32,-1-2 48 0,-1-1 0 0,0-1-1280 15,2-9-256-15,-5 8-64 0,5-8 0 0,0 0-1376 16,0 0-288-16,-8-2-48 0,-2-1-16 0,0-5-816 16,1-6-160-16,2-2-48 0,4-2 896 0</inkml:trace>
  <inkml:trace contextRef="#ctx0" brushRef="#br0" timeOffset="53515.5">16553 17012 26623 0,'0'0'0'0,"0"0"0"16,0 0 0-16,-7-5 0 0,-1 1 0 0,0 1 144 0,-2 2-144 0,0 3 0 16,2 1-224-16,-3 3 32 0,-1 3 0 0,-3 1 608 15,-1 0 128-15,0 3 32 0,-3 1 0 0,1 3-64 16,-3 2 0-16,3 7 0 0,3 6 0 0,2 6-144 16,3 4-48-16,4-3 0 0,4-4 0 0,5-5 160 15,5-5 32-15,4-5 0 0,4-5 0 0,2-3 448 16,5-2 112-16,0-2 16 0,0-2 0 0,0-3-576 15,0-3-96-15,-1-3-32 0,-1-4 0 0,0 0 0 0,2-1 0 16,2-3 0-16,0-4 0 0,-1-3-48 0,1-4-16 0,-4-2 0 0,-3-3 0 16,-3-1-192-16,-3-2-128 0,-3 2 128 0,-4 3-128 15,-3 2 528-15,-5 3 48 0,-4 2 0 0,-1 3 0 0,-3 1-368 16,-4 0-64-16,-2 1-16 0,-2 1 0 0,-1 0-128 31,0 1-176-31,0 2 48 0,1 1 0 16,-1 1-672-16,2-1-128 0,-3 4-32 15,-1 2 0-15,-4 3-1792 16,0 2-352-16,-4 1-80 0,-22-16-10096 0</inkml:trace>
  <inkml:trace contextRef="#ctx0" brushRef="#br0" timeOffset="54069.03">17139 16438 29439 0,'0'0'0'0,"0"0"0"0,0 0 0 0,0 0 512 15,0 0 96-15,6 0 32 0,4 0 0 0,2-1-64 16,4 0 0-16,2-1 0 0,3-1 0 0,2 0 320 15,0 0 48-15,0 0 16 0,0-1 0 0,0-1-624 16,0-1-112-16,5 0-32 0,5 0 0 0,1 2-192 31,1 0-160-31,-1 0 32 0,-1 1 0 0,-4 0-928 16,-1 0-176-16,-5 2-48 0,-5 0 0 0,-3 2-1168 16,-2 0-240-16,-4 2-64 0,-9-3-7808 0</inkml:trace>
  <inkml:trace contextRef="#ctx0" brushRef="#br0" timeOffset="54274.18">17403 16692 43007 0,'52'-5'0'0,"-16"2"0"0,7 0 0 0,-4 1-1440 15,-1 0-288-15,-5 0-48 0,-8-1-16 16,-6 0-560-16,-1-1-112 0,-5 0-32 0,-1 1 0 0,-4-1 256 15,0-1 64-15,-1 1 0 0,-7 4 0 0,8-3-1088 16,4 0-192-16,-3-5-64 0,-4-5 192 0</inkml:trace>
  <inkml:trace contextRef="#ctx0" brushRef="#br0" timeOffset="55217.06">18430 16406 25343 0,'0'0'0'0,"-3"9"0"0,1 0 0 0,5 1 0 16,2 1 0-16,5 0-160 0,2-1 160 0,2-1 224 15,1 0 128-15,0-2 32 0,3-2 0 0,0-1 304 0,2 0 64 16,3-1 16-16,3-3 0 0,7-1 96 16,3-1 32-16,4-2 0 0,-2-2 0 0,-2-2-512 0,0-3-112 15,-6-1-16-15,-4-2 0 0,-4-1-256 0,-3-1 160 16,-1-1-160-16,-4-1 128 0,-3-1-128 16,-1 0 0-1,-2 3 0-15,-3 2 0 0,-3-1-640 0,-2-1-144 0,-2 0-48 0,-3 2 0 0,0 1 624 16,-5 0 208-16,1 3-144 0,-3 2 144 0,-3 1 176 15,-1 1 112-15,-6 2 32 0,-4 2 0 0,-5 3 48 0,-3 2 16 0,-3 3 0 0,-2 2 0 16,4 3-384-16,0 2 0 0,5 3 0 0,6 2-128 16,1 5 400-16,1 3 96 0,1 7 16 0,3 5 0 0,3 4-256 15,4 2-128-15,2-5 128 0,3-6-128 0,4-4 784 16,4-4 96-16,4-2 16 0,1-2 0 0,3-2 96 16,3-3 32-16,0-2 0 0,5-1 0 0,0-2-512 15,4-2-112-15,4-2-16 0,5-3 0 0,5-1-48 16,6-1-16-16,-2-1 0 0,-2-1 0 0,-6 0-192 31,-2-1-128-31,-7-1 128 0,-2 0-128 0,-6-1-496 16,-2-1-160-16,-3-1-48 0,-2 0 0 0,-1 0 160 15,-4 0 32-15,-3 5 0 0,3-7 0 0,-1 0-720 16,-2 7-144-16,0-8-32 0,0 0 0 0,-2 1-1424 16,2 7-304-16,-8-8-48 0,0 1-16 0,-5-7-1328 15,-2-10-272-15,-3 0-48 0,0 2 608 0</inkml:trace>
  <inkml:trace contextRef="#ctx0" brushRef="#br0" timeOffset="56066.98">19468 15585 12287 0,'0'0'0'0,"0"0"0"0,0-8 0 0,-1 0 608 15,-1 0 128-15,2 0 32 16,0 0 0-16,0 1 0 0,0-1 0 0,0 1 0 0,0 0 0 15,0 7 48-15,-2-8 16 0,1 1 0 0,1 7 0 0,-4-8-368 16,0 1-64-16,0 1-16 0,-1 1 0 0,-1 1 208 16,-1 0 48-16,-1 1 0 0,0 0 0 0,-2 1 192 15,2-1 64-15,-4 2 0 0,2 1 0 0,-3 0-416 16,2 0-80-16,-4 2-16 0,0 1 0 0,-1 1 0 16,-5 0 0-16,-2 4 0 0,-3 2 0 15,-4 7-96-15,1 7-32 0,-1 9 0 0,1 7 0 16,2 3-96-16,6 1-32 0,4-6 0 15,4-5 0-15,5-6 0 0,5-4 0 0,4-4 0 0,3-4 0 0,4-1 672 16,7-1 128-16,4-2 32 0,8-1 0 0,4-1-208 16,8-1-48-16,-1 0 0 0,-2 0 0 0,-1-3-448 15,-3-2-112-15,2-5-16 0,1-5 0 0,6-2 0 16,3-1 0-16,2 0 0 0,0 0 0 0,-5-1-128 16,-3 0 128-16,-8-3-128 0,-6-2 128 0,-4-2 112 15,-5-2 16-15,-4-4 0 0,1-3 0 0,-6-3 48 16,-4-4 16-16,-4 0 0 0,-1 1 0 0,-2 3-320 31,-3 1 0-31,-4 4 0 0,-1 3-144 0,-8 4-240 0,-7 4-64 0,-5 3 0 16,-3 2 0-16,-3 4-256 0,-4 4-48 15,3 4-16-15,6 2 0 0,0 3-1216 0,1 1-256 16,-2 6-64-16,-4 7 0 0,-2 4-2816 16,2 1-560-16,4-4-112 0,9-6-560 0</inkml:trace>
  <inkml:trace contextRef="#ctx0" brushRef="#br0" timeOffset="56545.68">20194 16285 39423 0,'37'-1'0'0,"-4"1"0"0,13-2 0 0,5 2-160 15,3 2-32-15,-8-1 0 0,-8 0 0 0,-5 0-304 16,-1-2-64-16,-2 0-16 15,-4-2 0-15,0 1 64 0,-1 0 0 0,-2 0 0 0,-2 0 0 0,-1 1 352 16,-2 0 160-16,-2 0-128 16,-2-1 128-16,-5 1-1728 0,-2 1-256 0,-7 0-48 0,5 5-16 0,-5-5-2704 15,-10 6-560-15,-5-4-96 0,1-5 512 0</inkml:trace>
  <inkml:trace contextRef="#ctx0" brushRef="#br0" timeOffset="56768.68">20302 16526 42495 0,'48'-3'0'0,"-14"1"0"0,7-2 0 0,0 0-368 0,-3-1-64 0,-2 2-16 0,-2 2 0 0,2 0 320 16,4 0 128-16,-1 1-128 0,0 0 128 0,-2 1-240 16,-3 1 48-16,-6 1 0 0,-2 0 0 0,-6 2 48 31,-2 0 16-31,-5-1 0 0,-3-1 0 0,-2 2-1856 31,-3 3-352-31,0 0-80 0,-18-15-10816 0</inkml:trace>
  <inkml:trace contextRef="#ctx0" brushRef="#br0" timeOffset="57157.17">21598 15660 31999 0,'8'10'0'0,"-3"1"0"0,5 4 0 0,-2 5 560 15,4 4 112-15,-2 3 32 0,-2 3 0 0,0 5 560 16,0 5 112-16,-3 20 32 0,-3 22 0 0,-2-4 48 16,2-8 16-16,-1 4 0 0,-1 5 0 0,3 2-880 15,1 2-160-15,1-13-48 0,1-15 0 0,3-5-384 31,-1-2 0-31,-2 1 0 0,1 0 0 0,-2-3-1408 16,-2-3-144-16,-3-6-48 0,-2-9 0 0,-4-4-1632 16,-6-4-336-16,-6-10-64 0,-8-10-9200 0</inkml:trace>
  <inkml:trace contextRef="#ctx0" brushRef="#br0" timeOffset="65058.2">14610 12104 17663 0,'0'0'0'0,"0"0"0"0,0 0 0 0,0 0 304 16,0 0 64-16,0 0 16 0,0 0 0 0,0 0-256 15,4 9-128-15,-1-2 128 0,-3-7-128 0,3 6 176 16,2 0-48-16,0-1 0 0,2-1 0 0,-1 0 112 0,2-1 16 0,2 0 0 0,2-1 0 0,1 1 96 15,3 0 32-15,4 0 0 0,1 0 0 16,2 1 0-16,2 0 0 0,0 0 0 0,-1 0 0 16,-1 1-64-16,2 0 0 0,0 1 0 0,-2 0 0 0,4-1-144 15,4-1-48-15,8 0 0 16,4 0 0-16,6 2 160 0,2 0 32 16,-5 1 0-16,-3 0 0 0,-2-3-320 0,0-5 160 0,8 0-160 0,7 1 128 15,5 0 256-15,4 1 64 0,-6 0 0 0,-10-1 0 0,6-2-64 16,7-1 0-16,5 1 0 0,6 3 0 0,-8 1-192 15,-5 1-64-15,-1-2 0 0,1-3 0 16,10 2-128-16,9 2 128 16,-8 2-128-16,-9 0 128 0,4-2 112 0,6-2 16 0,4 2 0 15,4 1 0-15,-5-1-112 0,-11-2-16 0,5-1 0 16,8-2 0-16,2 1-128 0,-2 2-176 0,-8-2 48 0,-8-3 0 0,11-1 128 16,13 0 176-16,-8 2-48 0,-6 3 0 0,-4-3-128 15,-1-4 0-15,8 0 0 0,6 0 0 0,-6 1 0 16,-9 0 128-16,-1-2-128 0,-3-1 128 0,6-1 0 15,6 0 0-15,-6-2 0 0,-8-2 0 0,-6-1-128 16,-6-3 128-16,4-5-128 0,9-6 128 0,1-4 0 16,3-5 0-16,-9 4 0 0,-8 3 0 0,-4 2-128 15,-2 1 0-15,2 1 0 0,3 1-176 0,1 0 400 16,4-1 80-16,-5-8 16 0,-5-7 0 0,-5-3-320 16,-4-2 160-16,-4 2-160 0,-3 4 128 0,1 3 0 15,-1 2 0-15,1-2 0 0,2-2 0 0,0-12 64 16,0-12 0-16,0 5 0 0,-2 7 0 0,-3 5-64 0,0 4 0 15,-3-5 0-15,-2-6 0 0,-2-9 64 0,-3-8 0 0,-3 9 0 0,0 10 0 0,-3-3-192 16,-1-4 128-16,-1-8-128 16,-1-8 128-16,-3 5 0 0,1 6 0 0,-2 0 0 15,0-3 0-15,-2-6-128 0,-1-8 0 0,0 8 0 0,-2 10 0 0,-2-4 0 16,2-6 0-16,0-2 0 16,-3-2 0-16,1 8 0 0,-2 9 128 0,-1-7-128 0,0-10 128 0,0 0-128 15,0 1 0-15,0 9 0 0,-1 9-176 0,4-14 176 16,-1-16 0-16,2 9 0 0,-1 11 0 0,2 2 0 15,2 0 0-15,0-11 0 0,-1-12 0 0,4 9 0 16,0 12 0-16,3-6 128 0,1-8-128 0,1 1-192 16,1 0-96-16,2 9-32 0,2 9 0 0,0-14 320 15,3-14 0-15,2 10 0 0,-2 14 144 0,2 2-144 16,-2-1-176-16,2-4 48 0,1-7 0 0,-1 6 128 16,0 9 176-16,1 5-48 0,2 2 0 0,2-8-128 15,6-10-176-15,7 7 48 0,5 8 0 0,7 8 128 16,5 5-128-16,-3 1 128 0,-4-3-128 0,-2-4-112 15,3-6-16-15,7 4 0 0,10 4 0 0,3 8 64 16,3 8 0-16,-4 2 0 0,-8 0 0 0,11-1 192 16,14-1-144-16,-1-3 144 0,-2-4-128 0,0 1 128 15,2-1-128-15,5 7 128 0,12 8-128 0,-10 3-112 16,-9 3-16-16,8 4 0 0,12 3 0 0,-8 3 256 16,-5 3-144-16,7 2 144 0,12 1-128 0,-6 2 128 0,-8 1 0 15,6 0 128-15,7 1-128 0,-3 1 0 16,-5 2-240-16,2-1 48 0,5-2 0 0,-4 2 192 15,-3 0 256-15,1-1-48 0,1-2-16 0,-2 1-192 0,1 3 144 0,-3-1-144 0,-3-2 128 0,5 2-128 16,6 1 0-16,-9-1 0 0,-14-2-176 0,9 1 176 16,9 1-128-16,-13 2 128 0,-13 1-128 0,-2-2 128 15,4-4-128 1,2 2 128-16,1 2-128 0,-6 1 128 16,-11 2 0-16,-3-3 128 0,-1-1-128 0,4 1 0 0,7 1 0 0,-3 2 0 0,-7 2-128 0,-5 2 128 15,-10 0 0-15,-4-2 0 0,-6-3 0 0,1 2-192 16,1 0 0-16,-1 0 0 0,-1 0 0 0,1 1-96 31,-1 1-32-31,-4 0 0 16,0 1 0-16,-4 0-448 0,-3 1-112 0,-1 0-16 0,-3-1 0 0,-2 1-352 15,-2 0-80-15,-4 0-16 0,-1-1 0 0,-3-1-1984 16,-2-9-416-16,-8-2-80 0,-7-11-1440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3:16:05.9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3137 8436 26111 0,'0'0'0'0,"0"0"0"0,0 0 0 0,0 0-256 16,0 0-64-16,0 0 0 0,0 0 0 0,0 0 320 16,0 0-160-16,0 0 160 0,-5-8-128 0,1-2 608 0,-1-1 128 15,-2-1 32-15,2-1 0 0,-1 0-64 0,-1 0 0 16,2 3 0-16,-2 1 0 0,3 2-144 0,-1 2-48 15,5 5 0-15,0 0 0 0,-9 0-144 16,9 0-48-16,-8 9 0 0,3 3 0 0,0 4-192 0,4 4 0 0,-1 2 0 0,2 1 0 0,2 0 0 16,1 0 144-1,2-2-144-15,2-2 128 0,1-2 160 0,0-1 32 0,5-1 0 16,0-2 0-16,2-1 0 0,1-2 0 0,3-1 0 0,0-2 0 0,0-5 400 16,4-6 96-16,7-7 16 0,6-7 0 15,21-11-208-15,22-10-48 0,3-26 0 0,2-28 0 16,23-5-576-1,22 1 0-15,9-13 0 0,3-13 0 16,0-10-592-16,-4-10-48 0,-2 13 0 0,-2 15 0 0,1-7-1632 16,3-9-336-16,-19 17-64 0,-18 21-16 0,0-4 368 31,7-8 64-31,-12 22 16 0,78-18-6176 16</inkml:trace>
  <inkml:trace contextRef="#ctx0" brushRef="#br0" timeOffset="505.57">4865 8647 29439 0,'0'0'0'0,"0"0"400"15,0 0 96-15,0 0 16 0,0 0 0 0,-8-2-512 16,-1 2 0-16,9 0-208 0,-6 5 64 0,-1 2 144 16,-1 2 176-16,2 5-48 0,-1 5 0 0,0 7 208 15,-1 6 48-15,0 1 0 0,1-1 0 0,-1-1-208 16,0-3-48-16,3-3 0 0,3-4 0 0,1-4 368 16,1-2 64-16,3-2 16 0,2-2 0 0,6-3 352 15,4-2 80-15,7-5 16 0,7-5 0 0,22-10 656 16,26-10 144-16,16-19 32 0,9-20 0 0,30-18-672 15,28-18-128-15,20-17-32 0,14-17 0 0,13 2-1024 32,16 6 0-32,-3-6-256 0,-2-7 64 0,-3-11-2256 15,-2-10-448-15,-15 11-96 0,-14 11-16 0,-9 8-656 16,-8 4-144-16,-3-1-32 0,-5-2 0 0,-8 11 0 16,-10 11 0-16,-17 4 0 0,-16 1-1632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3:16:13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9239 3562 24831 0,'0'0'0'0,"0"0"0"0,0 0 0 0,0 0 0 32,0 0 0-32,-5 6 144 0,5-6-144 0,0 0-384 0,0 0-144 0,0 0-48 0,0 0 0 0,10 0 880 15,3-4 160-15,3-2 48 0,6-2 0 0,12-1 96 16,15-2 32-16,10-3 0 0,10-3 0 0,5 0-112 16,1 0-16-16,9 0 0 0,15 1 0 0,11 0-512 15,11 0 0-15,0 4 0 0,1 2 0 0,12 3 0 16,13 1 0-16,-7 3 0 0,-12 1 0 0,1 5 0 15,0 3 0-15,10 2 0 0,4 2 0 0,-5-1 0 16,-10-1 0-16,-3 0 208 0,-2-2-64 0,8-1-144 0,10-2 0 0,-16-1 0 16,-20-2-176-16,9 0 176 15,6 0 0-15,-16 1 128 0,-19 1-128 0,2 1 176 0,8 1-48 16,-13 2 0-16,-16 1 0 0,-15 2 64 0,-12 1 0 16,-10 1 0-16,-9-1 0 0,-7 0-192 15,-6 0-176-15,-7 1 48 16,-5 0 0-16,-13 2-256 0,-12 1-64 15,-24-1 0-15,-23 0 0 0,-8-1-144 0,1 0-48 0,-19 0 0 0,-17-2 0 0,-3-1 368 0,-2 0 64 0,-1 0 16 0,0 0 0 0,-14 1 192 16,-11 2 256-16,-6-2-48 0,1-3-16 0,0 3 112 16,3 4 16-16,1 3 0 0,6 3 0 0,-7 3-320 15,-8 1 160-15,3 0-160 0,3-2 128 0,14 0 416 16,13-1 80-16,6-3 16 0,-2-4 0 0,19 0 96 16,16 0 32-16,2-4 0 0,2-3 0 0,11-2-368 15,13-1-64-15,14-1-16 0,11-1 0 0,10-2-48 16,8 0-16-16,6-2 0 0,4 1 0 0,8 1 320 15,5-4 48-15,8-2 16 0,12-3 0 0,22-4-640 16,25-5 0-16,5-5 0 0,0-6 0 0,24-3 0 16,23-4 0-16,1 3 0 0,3 2 128 0,8 5-128 15,14 5 0-15,6 5 0 0,7 3 0 0,8 2 0 16,5 2 0-16,-4 3-128 0,-3 1 128 0,-12 2 0 16,-7 1 0-16,-11 3 0 0,-5 4 128 0,1 1-128 15,6 0 0-15,-21 2 0 0,-23 1 0 0,6 5 176 16,7 5 16-16,-18 5 0 0,-17 4 0 0,-9 4-192 15,-2 2 0 1,-3-2 0-16,-2-2-176 0,-5-4-272 16,-12-3-48-16,-9-4-16 0,-8-3 0 0,-10-1-1840 15,-9 1-368 1,-14-1-80-16,-119-19-9024 0</inkml:trace>
  <inkml:trace contextRef="#ctx0" brushRef="#br0" timeOffset="43123.51">12523 9505 15615 0,'0'0'0'0,"0"0"0"0,3 9 0 0,1-1-160 16,-1 0-32-16,0-2 0 0,-3-6 0 0,5 9 416 15,0 0 80-15,0 0 16 0,0-1 0 0,0 0 448 16,2 0 112-16,1 1 16 0,0 0 0 0,3-1 0 16,4 0 0-16,3-1 0 0,2-1 0 0,6-1-464 15,4-2-96-15,1-1-16 0,3-2 0 0,-1-3-320 16,-1-4-128-16,-3-3 0 0,-3-2 0 0,2-3 128 15,0-3 0-15,5-3 0 0,3-4 0 0,2 0 0 16,2 0 0-16,-2 2 128 0,-2 2-128 0,-4 3 0 16,-4 2 0-16,-4 2 0 0,-3 0-128 0,-6 1-64 15,-2 1 0-15,-4 0 0 0,-4-1 0 0,-4 0 192 16,-1 0 0-16,-5 1 0 0,-3 1 0 0,-2 1 224 16,-5 1 80-16,-3 3 16 0,-5 2 0 0,-6 3-112 15,-6 4-16-15,-4 2 0 0,-5 1 0 0,3 3 0 16,3 3 0-16,1 2 0 0,0 2 0 0,-4 0 0 15,-5-1 0-15,-3 1 0 0,-2 1 0 0,0 10 0 16,4 9 0-16,4 7 0 0,8 5 0 0,3 0-192 0,-1 0 144 0,3-5-144 0,1-7 128 0,6-6 64 16,5-4 0-16,5-2 0 0,8-2 0 0,5 2 512 15,5 2 96-15,5 0 32 0,5-1 0 16,3-1 304-16,3-3 64 0,3-2 16 16,-1-4 0-16,3-2-416 0,7-3-80 0,3-3-16 0,7-4 0 0,1-3-400 15,4-3-96-15,-2-3-16 0,-8-3 0 0,-4-1-192 16,-1-2 144-16,-3-2-144 0,-4-3 128 0,2-1-352 31,3-1-80-31,-3 0-16 16,0 1 0-16,0 1-608 0,-1 0-128 0,-1 3-32 0,-3 1 0 0,-3 1-1024 31,0 0-192-31,-4 1-64 0,9-49-9280 0</inkml:trace>
  <inkml:trace contextRef="#ctx0" brushRef="#br0" timeOffset="43784.55">13764 8294 17919 0,'0'0'0'0,"0"0"0"16,0 0 0-16,0 0-256 0,-1 11-64 0,-2-1 0 0,3 1 0 0,-3 2 160 15,-2 2 32-15,2 2 0 0,-1 0 0 0,1 2 128 16,0 2 0-16,-2 3 0 0,2 1 0 0,-1 0 784 16,1-2 192-16,0 1 48 0,1 0 0 0,-1 3-208 15,3 3-48-15,2 2 0 0,-1 1 0 0,4-2-448 16,0-1-112-16,3-4-16 0,0-5 0 0,2-3 112 16,0-3 16-16,3-6 0 0,2-3 0 0,2-2 48 15,2-2 16-15,3-3 0 0,1-4 0 0,1-3-64 16,4-3 0-16,-3-5 0 0,-1-4 0 0,1-5-144 15,-2-5-48-15,-2 0 0 0,-3 0 0 0,0 2 112 16,-1 1 16-16,-1 3 0 0,-1 1 0 0,0 0-256 16,-2-1 0-16,0-1 0 0,0 0-160 0,0-1 160 15,1-1 0-15,-3 2 0 0,2 1 0 0,-5 5 0 16,1 4 0-16,-4 4 0 0,-2 4 0 0,-3 7 0 16,0 0 176-16,0 0-48 0,3 11 0 0,-3 7 64 15,-2 6 0-15,-4 3 0 0,-1 1 0 16,1 1 304-16,-1 1 64 0,-1-1 16 0,0-1 0 0,1 4-368 0,4 5-64 0,-2 2-16 0,2 2 0 0,0-1 160 15,1-2 32-15,-1-5 0 0,1-5 0 16,-1-5-64-16,-1-4 0 0,1-3 0 0,-2-1 0 0,2-4 64 16,1-2 0-16,2-9 0 15,-5 8 0-15,5-8-320 16,-5 7 0-16,5-7 0 16,-6 4 0-16,6-4-1024 0,0 0-256 15,0 0-48-15,-8 3-16 0,8-3-1168 0,0 0-240 0,0 0-64 0,0 0-7056 0</inkml:trace>
  <inkml:trace contextRef="#ctx0" brushRef="#br0" timeOffset="45320.02">14466 8759 7423 0,'0'0'0'0,"0"0"0"0,0 0 0 0,0 0 400 15,0 0 96-15,-7 5 16 0,7-5 0 0,-6 6 144 16,6-6 48-16,0 0 0 0,-7 6 0 0,7-6 48 15,0 0 16-15,-3 7 0 0,3-7 0 0,0 0 0 16,-3 7 0-16,3-7 0 0,-2 8 0 0,0 0-112 16,2-8-16-16,-3 11 0 0,0 0 0 0,-1 1-304 15,1 0-64-15,0 3-16 0,-2 2 0 0,-2 0 112 16,1 1 16-16,-2 0 0 0,-1 1 0 0,1 3 0 16,-2 4 0-16,2 4 0 0,0 5 0 0,1 1-256 15,1 0-128-15,0-5 128 0,1-5-128 0,0-5 128 16,3-4-128-16,-1-5 128 0,3-4-128 0,0-8 384 15,0 0 0-15,0 0 0 0,0 0 0 0,0 0 400 0,5-6 96 16,0-7 16-16,2-7 0 0,0-7-256 0,3-7-64 16,-2-2 0-16,0 1 0 0,2 2-304 0,3 3-64 0,-3 4-16 0,2 3 0 0,-1 0-192 15,-1-2-160-15,2-4 32 0,-1-1 0 0,-1-3 128 16,0-4 176 0,-2 3-48-16,0 2 0 0,-1 5-128 0,-1 3-176 15,1 6 48-15,-2 4 0 0,-2 3 128 0,0 3 0 0,-3 8 0 0,0 0 0 0,0 0-288 16,0 0-32-16,0 0 0 0,5 7 0 15,-3 5 320-15,0 6 0 0,-2 6 0 0,-1 5 144 0,0 3-320 16,2 1-64 0,-1 0-16-16,0-2 0 0,1-1 256 0,2-2 160 0,-2 0-32 0,1-2 0 0,1 1 160 15,-1 0 32-15,1 2 0 0,2 2 0 0,-2 0-320 16,-1 0 0-16,1-2 0 0,1-3 0 0,-3-3 0 16,1-3 160-16,0-4-160 0,-2-4 128 0,0-2 0 15,0-2 0-15,0-8 0 0,0 0 0 0,-4 8-128 31,4-8 0-31,-5 6 0 0,5-6-176 0,-8 2-1184 16,8-2-240-16,-10-1-64 0,1-2 0 0,0-1-448 16,1-1-112-16,-2-2-16 0,2-2 0 15,-2-1 112-15,2-1 16 0,-2 0 0 0,-1-1 0 0,-2 1 352 16,-1 0 80-16,0 0 16 0,-1 0 0 0,-2 1 864 0,1 1 176 0,1 1 48 0,0 0 0 0,0 2 768 16,3 1 144-16,2 1 48 0,0 1 0 0,10 3 1328 15,0 0 272-15,0 0 48 0,0 0 16 0,0 0-256 16,5-7-64-16,5 0 0 0,3 1 0 0,6 0-48 15,4 0-16-15,2 0 0 0,1-1 0 0,2 1-448 0,2 0-112 16,-4 0-16-16,-1-1 0 0,-1 0-256 0,4-1-48 0,-2 1-16 16,-1 2 0-16,1 1-768 0,-3 0-144 0,-1 2-48 15,-3 0 0-15,-4 1 192 0,-2 0 0 16,-3 1 0-16,-2 0 0 0,-8 0 0 16,0 0 0-16,0 0 128 15,0 0-128-15,0 0-1152 0,0 0-320 0,-11 7-48 0,1 1-16 16,-8 2-3120-16,-3 1-624 15,-2-4-128-15,1-6 1024 0</inkml:trace>
  <inkml:trace contextRef="#ctx0" brushRef="#br0" timeOffset="46214.12">10958 10203 19199 0,'0'0'0'0,"0"0"0"0,0 0 0 0,0 0 192 15,0 0 64-15,0 0 0 0,0 0 0 0,0 0-112 16,0 0-16-16,0 0 0 0,0 0 0 0,5-5 368 16,2 1 64-16,1 1 16 0,3 1 0 0,4 1 192 15,7 0 64-15,5 1 0 0,6 0 0 0,8 3-256 16,7 2-64-16,1 0 0 0,5-1 0 0,18-1 64 0,23-1 0 16,2 0 0-16,3 0 0 0,17 1 192 0,20 2 64 15,10-3 0-15,5-3 0 0,8-1-320 0,3-1-48 0,-3 1-16 0,-4 0 0 16,6 0-96-16,7 0-32 15,2 0 0-15,1-1 0 0,7 0 112 0,9-1 16 0,-2 0 0 0,-4 0 0 0,3 0 0 16,2 0 0-16,-8-2 0 0,-2-1 0 0,-9 1 0 16,-9 2 0-16,-13 2 0 0,-12 1 0 0,-1 2-208 15,3 0-48-15,-24 0 0 0,-22-1 0 0,-7 2-192 16,0 1-160-16,-13 1 32 0,-11-1 0 0,-16 0 304 31,-12 0 64-31,-11-1 16 0,-10-1 0 16,-10-1-768-16,-7 0-160 0,-17 2-32 0,-14 0 0 0,-11 2-1376 15,-9 2-288-15,-3-1-48 0,-4-2-16 0,-17 4-704 16,-15 4-160-16,-5-1-32 0,-1-2-5824 16</inkml:trace>
  <inkml:trace contextRef="#ctx0" brushRef="#br0" timeOffset="46945.07">10914 11046 20479 0,'0'0'0'0,"-2"8"0"0,2 1 0 0,2 1 256 15,0 0 48-15,2 1 16 0,3 0 0 0,1 0-320 16,2-1 160-16,3 0-160 0,5-1 128 0,5-1 464 16,5-1 96-16,3-2 16 0,4-3 0 0,3-2 48 15,1-2 16-15,-1-1 0 0,-3-1 0 0,-5-4 48 16,0-4 16-16,2-2 0 0,4-2 0 0,4-1-576 16,6 0-96-16,0 1-32 0,-2 2 0 0,-6 2 0 15,-5 1 0-15,-5 0 0 0,-5-1 0 0,-5-1-128 16,-5-2 128-16,-3 1-128 0,-2 1 128 0,-5-1 64 15,-1-1 0-15,-4 1 0 0,-3 0 0 0,-3 1 48 16,-5-1 16-16,-3 2 0 0,-4 3 0 0,-6 3-256 16,-9 4 0-16,-6 5 0 0,-5 4-160 0,2 5 160 0,-1 4 176 15,6 3-48-15,4 2 0 0,-1 2 112 0,-3 2 16 0,-2 3 0 0,-4 4 0 16,0 14 0 0,-1 16 0-16,8-2 0 0,6-6 0 0,7-5-112 0,5-7-16 0,7-5 0 0,7-3 0 0,4-4 112 15,5-1 16-15,5-1 0 0,7-2 0 16,7-2 512-16,5-2 96 15,8-5 32-15,8-4 0 0,-1-5-64 0,-1-5 0 0,-3-5 0 0,-4-5 0 0,1-5-656 16,-3-3-176-16,5-3 0 0,2-2 0 0,0 0 0 31,-1 0-176-31,-3 3 48 16,-4 3 0-16,-5 1-368 0,-1 2-64 0,-6 1-16 0,-4 1 0 16,-3 1 0-16,-2 0 0 0,-1 1 0 0,-2 1 0 15,-2 1-864-15,-2-1-176 0,1-1-48 0,-1 0 0 16,-3 7-1328-1,1-7-272-15,3-2-48 0,-3-27-6672 16</inkml:trace>
  <inkml:trace contextRef="#ctx0" brushRef="#br0" timeOffset="47477.63">12167 10259 22015 0,'-4'14'0'0,"0"1"0"0,-1 6 0 0,-3 8 1120 0,1 7 224 0,-1 2 64 0,0 1 0 0,-2-1-768 15,2-2-160-15,-2-1-32 0,2-2 0 0,1 2-256 16,-1 3-48-16,0 0-16 16,3-1 0-16,2-4 0 15,-1-6 0-15,3-5 0 0,-1-6 0 0,2-4 160 0,2-4 32 0,-2-8 0 0,0 0 0 0,0 0 256 16,8-5 48-16,3-6 16 16,1-5 0-16,0-7-464 0,-1-6-176 0,2-4 128 0,2-2-128 0,1 2 0 15,2 2 0-15,2 3-224 0,0 2 80 0,1 2 16 16,-1 1 0-16,0 1 0 0,-2 0 0 0,-2 0 256 15,-1 0 48-15,-2 2 16 0,-1 2 0 0,-3 4-64 16,-2 3 0-16,0 4 0 0,-7 7 0 0,0 0-128 16,6 6 0-16,-1 6 0 0,-3 6-176 0,-4 4 448 15,-3 3 96-15,-5 2 16 0,-1 1 0 16,-4 2 96-16,0 1 32 0,-3 9 0 0,2 10 0 0,1 4-320 16,2 3-48-16,1-8-16 0,4-10 0 0,1-5-128 15,1-6 0-15,3-4 0 0,-1-4 0 0,1-3 0 31,0-1 128-31,1-2-128 0,1-2 128 0,1-2-608 16,0-1-128-16,1-1-32 0,-1-8 0 0,0 0-1984 16,0 0-416-16,10-1-80 15,26-26-8272-15</inkml:trace>
  <inkml:trace contextRef="#ctx0" brushRef="#br0" timeOffset="47907.59">12589 10874 32767 0,'3'14'0'0,"-3"-4"0"0,2 1 0 0,-1 3 0 0,-1 1 0 0,0 0 144 0,0 0-144 0,0-1 0 15,-3-2 0-15,3-1 0 0,-1-1 0 0,-1-1-176 16,2-9 176-16,-3 7-128 0,3-7 128 0,0 0 176 16,0 0 112-16,0 0 32 0,0 0 0 15,0 0-112-15,0 0-16 0,0 0 0 0,0 0 0 0,3-10 0 16,2-3 0-16,0-1 0 0,1-1 0 0,2-2-48 15,-1-2-16-15,0-2 0 0,1-2 0 0,-2-4-128 16,1-4 128-16,0-2-128 0,-1-1 128 0,2 0 320 16,-1 2 48-16,0 5 16 0,-1 4 0 0,1 5-512 15,-1 4 0-15,-1 3 0 0,-2 2 0 16,2 4 144-16,-5 5 144 0,0 0 32 0,0 0 0 0,0 0-320 16,0 0 0-16,0 0 0 0,5 8 0 0,-1 6 0 15,-3 5-144-15,1 9 16 0,-2 8 0 0,-2 6-64 16,-1 5 0-16,1-5 0 0,2-7 0 0,0-4 368 15,0-3 64-15,0-3 16 0,0-3 0 0,-1-1-256 16,-1 0 0-16,0 1 0 0,-1 1 0 0,0 0 0 31,0 0 0-31,-2-2 0 0,0-2-160 0,-2-4-288 16,2-4-48-16,-1-2-16 0,-1-4 0 0,7-5-1328 16,-8-1-272-16,-2-4-48 15,-7-30-10304-15</inkml:trace>
  <inkml:trace contextRef="#ctx0" brushRef="#br0" timeOffset="48099.9">12549 10958 18687 0,'0'0'0'0,"0"0"0"0,0 0 0 0,7 0 1472 16,1 0 320-16,2 0 48 0,3 0 16 0,2 0-368 15,5-2-64-15,3 0-16 0,1 0 0 0,6 0-448 16,1-1-112-16,0 1-16 0,-3-1 0 0,0 1-352 16,-3-1-80-16,-4 1-16 0,-1 0 0 0,-4 0-384 15,-3-1 0-15,-1-1 0 0,-1-1 0 0,-2 0-320 31,-1 0 48-31,-2 1 16 0,-6 4 0 0,4-5-2000 32,-4 5-400-32,3-7-80 0,5-12-8640 0</inkml:trace>
  <inkml:trace contextRef="#ctx0" brushRef="#br0" timeOffset="48554.83">13296 10765 12799 0,'0'0'0'0,"0"0"0"0,0 0 0 0,0 0 0 0,0 0-208 0,0 0 64 0,0 0 16 15,0 0 768-15,0 0 144 0,0 0 48 0,8 5 0 0,0-1 1280 16,1-1 256-16,-1-1 48 0,3 0 16 0,4 0-1024 15,2 1-208-15,2 0-48 0,6-1 0 0,1 0-704 16,2 0-160-16,0 0-32 0,2-1 0 0,-2-1-256 16,-2-1 0-16,-3-1 0 0,-3-1 0 0,-4 0 0 15,-1-1 0-15,-4 0 0 0,-1-1-144 0,-2 0-48 32,-1 0 0-32,-4-1 0 0,1-2 0 0,-3 0-1536 31,1 0-304-31,-2-1-64 0,-10-16-7760 0</inkml:trace>
  <inkml:trace contextRef="#ctx0" brushRef="#br0" timeOffset="48749.61">13628 10563 20735 0,'0'0'0'0,"0"0"0"0,-5 7 0 0,2 1 1072 16,-1 1 208-16,-1 2 64 0,1 2 0 0,-1 4-576 0,1 3-96 15,-1 5-32-15,2 4 0 0,1 4 112 0,-1 2 16 0,0-3 0 0,1-3 0 0,-1-5-624 16,1-4-144-1,1-2 0-15,-1-3 0 0,2-3 128 16,2-2 0-16,-1-2 0 0,-1-8 0 0,0 0-1280 16,0 0-256-1,9 1-48-15,0-3-16 0,1-2-1120 0,5-3-224 16,-2-4-64-16,2-4-4784 0</inkml:trace>
  <inkml:trace contextRef="#ctx0" brushRef="#br0" timeOffset="49213.02">14148 10338 26879 0,'0'0'0'0,"0"0"0"0,0 0 0 0,0 0 0 16,0 0 0-16,0 0 0 0,1 9 0 0,-1 2 0 16,-1 0-208-16,-2 3 64 0,-2 2 16 0,1 4 128 15,-1 3 176-15,1 1-48 0,-3-1 0 0,0 0 624 16,2-2 112-16,1 0 32 0,0 0 0 0,-1 0-416 15,2 0-80-15,1 1-16 0,-3-1 0 0,5 0-384 16,2 0 0-16,0-2-224 0,1-3 80 0,0-2 144 16,2-1 176-16,0-3-48 0,3-4 0 0,-1-3 0 15,1-2 0-15,0-4 0 0,2-3 0 0,0-4 0 16,3-4 0-16,0-2 0 0,2-2 0 0,2-1-128 16,-1-2 128-16,2 2-128 0,-2 1 128 0,2 1 0 15,-3 1 0-15,0 2 0 0,-2 1 0 0,0-1 64 16,-2-1 0-16,-1 1 0 0,0 0 0 0,-3 1-64 0,-3 0 0 15,0 2 0-15,-3 2 0 0,1 2 112 0,-2 7 16 0,0 0 0 0,0 0 0 0,0 0-64 16,0 0 0-16,-10 8 0 16,-1 4 0-16,-1 2-192 0,-1 2 144 0,-3 2-144 0,3 1 128 0,-2 4 64 15,0 2 0-15,-1 8 0 0,3 6 0 0,1 3-192 16,4 2-272-16,0-6 64 0,1-6 16 16,4-4 192-16,0-4 0 0,-2-4 0 0,2-3 160 0,-1-3-160 31,1-3 128-31,2-3-128 15,1-8 128-15,0 0-1472 0,0 0-320 16,0 0-48-16,0 0-16 0,9 3-1840 0,4-6-368 0,-1-5-80 0,-1-3-4240 16</inkml:trace>
  <inkml:trace contextRef="#ctx0" brushRef="#br0" timeOffset="49798.62">14582 10792 35071 0,'-1'23'0'0,"-1"-6"0"0,0 3 0 0,-1 0-320 15,0 0-48-15,1 0-16 0,-1 0 0 0,0-2 384 16,-1-2-176-16,-1 0 176 0,1-1-128 0,0 0 256 16,-1-1 48-16,0 0 16 0,0 0 0 0,-1-2 352 15,4-1 80-15,-1-2 16 0,0-1 0 0,3-8-320 16,0 0-48-16,0 0-16 0,0 0 0 0,0 0-48 15,0 0-16-15,0 0 0 0,-4-6 0 0,1-4 0 0,3-4 0 0,0-1 0 0,0 1 0 16,2-1-192-16,1-1 144 16,4-1-144-16,-1-1 128 0,-1-2-128 0,2-3 128 0,-1-3-128 0,3-3 128 15,0-3 0-15,1-3 0 0,3 1 0 0,4 1 0 0,2 4-128 16,4 4 0-16,1 5 0 0,2 4-176 0,0 4 176 16,2 3-128-16,0 2 128 15,-3 2-128-15,-4 3 128 0,-5 2 176 0,-1 3-48 0,-3 3 0 0,-4 2-352 16,-2 2-80-16,-2 4-16 0,-1 4 0 0,-5 5 320 15,-1 4 0-15,-4 2 0 0,-2 2 144 16,-5-1-144-16,-4-1 128 0,0-5-128 0,0-6 128 0,3-3 112 16,1-2 16-16,2-2 0 0,2-2 0 0,2 0 0 15,3-2 0-15,5-7 0 0,-3 8 0 0,3-8-256 16,0 0 144-16,3 7-144 0,4-3 128 0,1-1-128 16,0 0 0-16,2-1 0 0,2 0 0 0,-3 0 0 15,1-1 128-15,0 1-128 0,-2 0 128 0,-1 0 0 16,-7-2 0-16,6 4 0 0,-6-4 0 0,0 0 0 15,2 8 0-15,-4 0 0 0,-1-1 0 0,-5 1 256 16,-2 0 64-16,-5 0 0 0,-3 1 0 0,-3 1-64 16,-4 1 0-16,-3 1 0 0,0-1 0 0,1 0-48 15,0-1-16-15,3-1 0 0,5-1 0 0,-2-3-320 32,1-1 0-32,-3-3 0 0,0-2 0 0,-4-2-1104 31,-8-2-304-31,-6 0-48 0,-78-21-16112 0</inkml:trace>
  <inkml:trace contextRef="#ctx0" brushRef="#br0" timeOffset="54603.81">6773 9523 28671 0,'0'0'0'0,"-5"-4"0"0,5 4 0 0,0 0 304 16,0 0 64-16,0 0 16 0,-5 9 0 0,2 6-384 16,-2 5-240-16,0 5 48 0,0 2 0 0,-1 4 352 15,-1 2 80-15,-1 2 16 0,1 1 0 0,-1 15 144 16,1 15 48-16,-1 1 0 0,3-4 0 0,-1-6-320 15,-1-7-128-15,2 0 128 0,-1-2-128 0,-1 1 0 16,0-1 0-16,-1-8 0 0,3-9 0 0,-1-9 448 16,-1-8 0-16,2-5 0 0,5-9 0 0,-8-3 0 31,0-9 0-31,1-11 0 0,2-11 0 16,4-4-832-16,2-4-144 0,3 2-48 0,1 3 0 0,1-5 208 0,4-8 48 0,2-9 0 0,1-10 0 0,1 6 320 0,5 8 128 0,0 5 0 0,1 4 0 15,0-5-128 1,1-7-272-16,0 0 64 0,-3 2 16 0,2 8 192 0,0 9-144 15,-2 7 144-15,-2 5-128 0,3 6-160 0,-1 4-32 0,0 5 0 0,-1 4 0 0,1 4 624 16,2 3 112-16,-2 4 32 0,-2 2 0 0,1 3-320 16,-1 3-128-16,-3 4 128 0,-3 2-128 0,-2 9 0 15,-1 8 0-15,-6 7 0 0,-4 3 0 16,-5 1 240-16,-4-3-48 0,-4-6 0 0,-2-6 0 0,-5-2-48 16,-2 0-16-16,-1 0 0 15,1 0 0-15,1 0 368 0,-2 1 64 16,1-1 16-16,-1-2 0 0,0-1-416 15,-4 0-160-15,3-3 128 0,-1-5-128 0,1-3-528 32,3-4-192-32,2-5-48 0,-4-36-13104 0</inkml:trace>
  <inkml:trace contextRef="#ctx0" brushRef="#br0" timeOffset="54938.39">7484 9212 33279 0,'-14'23'0'0,"1"-6"0"0,-5 2 0 0,-3 3-208 16,-4 2-48-16,-1 4 0 0,3 3 0 0,-2 11 256 15,-1 11-144-15,1 4 144 0,1 1-128 0,-4-2 128 0,-3-4 0 0,-1 7 0 16,1 7 0-16,3 3 176 15,2 1 64-15,8-12 16 0,5-14 0 0,3-7 400 16,5-6 96-16,3-3 16 0,4-3 0 0,3 1-160 0,2 0-32 16,2-1 0-16,3-1 0 0,1-1-352 0,2-3-80 15,0-3-16-15,1-3 0 0,-1-4-128 16,-2-4 128 0,0-3-128-16,-1-3 128 0,-3-3-816 0,1-4-160 0,-3-3-48 0,-2-1 0 0,0-4-352 15,0-3-80-15,-2 0-16 16,2 0 0-16,-2 1-1024 0,2 0-192 15,0 2-64-15,2 1-6832 0</inkml:trace>
  <inkml:trace contextRef="#ctx0" brushRef="#br0" timeOffset="55481.46">7675 9506 22527 0,'-2'14'0'0,"1"-3"0"0,-1 3 0 0,0 2 352 16,1 3 80-16,-1-1 16 0,-1-1 0 0,3-1-448 16,-2-2 0-16,2 0 0 0,0-2 0 0,0 0 240 15,0-2 160-15,0-2 48 0,0-8 0 0,2 11 560 16,0 3 112-16,1 0 32 0,0 0 0 0,0 0-320 0,-1 1-48 15,1 0-16-15,2 0 0 0,2 1-560 16,-1 0-208-16,1-1 144 0,-2-1-144 0,3-2 0 16,2-2 0-16,2-3 0 0,-1-4 0 0,0-3 0 0,1-3 192 0,1-4 0 0,0-4 0 0,2-3 96 15,0-3 32-15,0-2 0 16,1-1 0-16,-1 1-64 0,0 1 0 16,-2-1 0-16,-2 0 0 0,-3-1-48 0,2 0-16 0,-3-1 0 0,-4-2 0 0,0-1-192 15,1 0-160-15,-3 1 32 0,-1 1 0 0,-3 4 304 16,1 3 64-16,-1 4 16 0,1 4 0 0,2 7-416 15,0 0-80-15,-11 10-16 0,-1 5 0 0,-2 8-96 16,-1 6-32-16,-1 1 0 0,1 0 0 0,-2 1 384 16,-1 0 0-16,2 3 0 0,-1 4 128 0,1 12 112 15,1 13 16-15,4-2 0 0,1-7 0 16,2-6-256-16,1-6 0 0,2-7 0 0,3-5 0 0,-1-4 0 16,3-1 0-16,0-2 0 0,2-1-160 0,-1-3 160 15,0-3 0-15,0-2 128 0,1-3-128 0,-1-2 224 31,-1-9-32-31,0 0 0 0,0 0 0 0,0 0-1168 16,0 0-240-16,0 0-64 0,-3-8 0 0,2-3-1072 16,-1-3-208-16,0-1-64 0,2 0 0 0,5 0-2048 0,3 1-400 0,4 0-96 0,-1 0-16 15</inkml:trace>
  <inkml:trace contextRef="#ctx0" brushRef="#br0" timeOffset="56654">7726 9617 27135 0,'0'0'0'0,"0"0"0"0,0 0 0 0,0 0 304 15,0 0 64-15,0 0 16 0,0 0 0 0,-2 10-256 16,-1 1-128-16,0 3 128 0,0 3-128 0,-1 3 224 15,-4 2-32-15,1 4 0 0,-1 2 0 0,0 11 416 16,1 10 80-16,-1 6 16 0,0 3 0 0,3-3-208 16,-1-5-48-16,2-3 0 0,1-3 0 0,1 0-256 15,4 2-48-15,0-5-16 0,-1-6 0 0,2-7-128 16,1-8 0-16,-1-5 0 0,2-6 0 0,-5-9 448 0,0 0 48 0,0 0 16 0,7-10 0 0,-1-10 144 16,2-10 48-16,-3-4 0 0,2-3 0 0,-1-1-320 15,-1-2-48-15,2-2-16 0,-1-3 0 0,-1-9-320 16,2-11 0-16,0 4 0 15,-1 7-128-15,2 4 128 0,2 2 0 16,0 0 0-16,2-3 0 0,-1-4 0 0,2-6 0 0,0 9 0 0,2 9 0 0,-2 11 0 16,-1 9 0-16,-2 6 0 0,-1 5 0 0,-4 4-192 15,-5 8 0-15,0 0 0 0,0 0 0 0,7 5 192 16,-4 6-128-16,-1 14 128 0,-4 12-128 0,-3 13-64 16,-1 12 0-16,-1-4 0 0,-1-6 0 0,1 4 64 15,2 6 0-15,2 4 0 0,5 5 0 0,4-10 128 16,4-11-128-16,3-8 128 0,4-6-128 0,-1-2 512 15,4-2 96-15,-2 2 32 0,2 2 0 0,-4 1-320 16,-1-1-48-16,-4-3-16 0,-2-3 0 0,-3-6-128 31,2-7 0-31,-4-3 0 0,-1-4 0 0,-3-10-432 16,0 0-112-16,0 0-32 0,-5 6 0 0,5-6-768 16,-10-2-144-16,-3-3-48 0,-2-3 0 0,-3-1-1792 15,0-3-352-15,-8-1-80 0,-9-2-5360 0</inkml:trace>
  <inkml:trace contextRef="#ctx0" brushRef="#br0" timeOffset="56867.04">7565 10087 33023 0,'20'-3'0'0,"-6"1"0"0,3 0 0 0,3-1 1216 0,3-1 256 0,1 1 64 0,3 0 0 0,7 0-768 16,9 0-160-16,1-1-32 15,2-1 0-15,-2 1-304 0,-4 0-64 0,-7 0-16 16,-7-1 0-16,-3 2-192 0,-3 0 144 0,-4 1-144 15,-3 1 128-15,-3-1-128 16,-2-1-272-16,-8 3 64 0,5-5 16 0,-5 5-768 16,3-8-160-16,-2 0-32 15,-2-2 0-15,-2-1-1024 0,3-2-192 0,-3 1-64 16,3 0-9984-16</inkml:trace>
  <inkml:trace contextRef="#ctx0" brushRef="#br0" timeOffset="57206.23">8156 9152 32255 0,'11'13'0'0,"-1"-2"0"0,3 2 0 0,2 3-160 15,5 2-32-15,-1 1 0 0,1-1 0 0,0 3 64 16,1 2 0-16,0 2 0 0,-1 2 0 0,1 13 912 15,-1 15 192-15,-2 6 48 0,0 2 0 0,-1-1 608 16,-1-4 128-16,-1 4 32 0,-2 5 0 0,-1 4-928 16,-2 3-176-16,-2-11-48 0,-2-11 0 0,-4-5-256 15,-4-1-48-15,-3 0-16 0,0 2 0 0,-1-2 0 0,-1-2 0 16,-3-5 0-16,1-6 0 0,-5-5 64 0,-2-5 0 16,-2-4 0-16,-5-2 0 0,-7-3-160 15,-6-4-32 1,-3-1 0-16,-4 0 0 0,4-2-1024 0,1-3-192 0,5-2-64 0,4 0 0 0,0-3-1840 15,-1-2-368-15,-8 2-80 0,-9 1-16 0,4-1-2816 16,5-2-560-16,5-6-112 0,2-6 1104 0</inkml:trace>
  <inkml:trace contextRef="#ctx0" brushRef="#br0" timeOffset="57815.25">8925 9897 33535 0,'20'0'0'0,"-2"0"0"16,5-1 0-16,8 1 192 0,5 0 64 0,2-1 0 0,2-1 0 0,-3 0-256 16,-4 0-256-16,-2-2 48 0,-3-3 16 0,2-1 192 15,1-1 256-15,2 0-48 0,7 0-16 0,0 2-48 16,2 1-16-16,-4 2 0 0,-2 2 0 0,-4 1-128 31,-6 0 0-31,-5 1 0 0,-3 0 0 0,-3 0-528 31,-2 0-144-31,-5 0-32 0,-19 4-12608 0</inkml:trace>
  <inkml:trace contextRef="#ctx0" brushRef="#br0" timeOffset="58014.06">9236 10150 34559 0,'16'8'0'0,"-4"-3"0"0,4 0 0 0,4-1 1424 0,4-1 304 0,8-1 48 0,10-2 16 0,5 2-1024 16,7 0-208-16,-4 0-48 15,-4-1 0-15,-7-2-512 16,-8-2 0-16,1-1 0 0,0-2 0 16,3 0-448-16,-1 0 0 0,-1 0 0 0,-2-1 0 0,-3-1-416 15,-3 0-80-15,-4 0-16 0,-4 1 0 0,-4-1-912 16,-5 0-192-16,-3 1-48 0,-2 0-10928 16</inkml:trace>
  <inkml:trace contextRef="#ctx0" brushRef="#br0" timeOffset="64088.61">20983 9600 29695 0,'-3'27'0'0,"1"-6"0"0,0 4 0 0,1 6 0 16,-1 4 0-16,-1 8-160 0,-1 7 160 0,0 7-192 15,0 6 64-15,-1-5 0 0,0-7 0 0,1-6 128 16,0-5 0-16,3-3 128 0,-1-1-128 0,0-3 432 15,-1-3 16-15,1-5 0 0,1-5 0 0,-1-7 400 16,2-5 96-16,0-8 16 0,0 0 0 0,0 0 144 16,-3-11 48-16,0-7 0 0,-1-7 0 0,3-1-464 15,-1-2-96-15,2 1-16 0,0 1 0 0,0-2-304 16,3-3-64-16,1-5-16 0,0-6 0 0,1-5-192 16,0-4 144-16,0 3-144 0,3 4 128 0,-1 4-128 15,1 2-272-15,0 1 64 0,2 0 16 0,0-3 192 16,0-4-144-16,2 2 144 0,1 2-128 0,0 6 128 15,0 7 0-15,2 7 0 0,0 6 0 0,-1 5-240 32,3 4-16-32,-1 6 0 0,2 6 0 15,1 11-192-15,-4 12-64 0,1 10 0 0,-4 7 0 0,-1 1 256 0,-4-3 64 0,-2-1 0 0,2-1 0 0,-3 13-64 0,1 13 0 0,2-4 0 0,0-7 0 0,-1-9 256 16,2-9 0-16,1-4 0 0,0-2 160 0,1 0-160 16,-2 1 128-16,-1 0-128 15,1 0 128-15,-3-3 0 16,-2-2 0-1,-3-5 0-15,0-4 0 0,0-6-1024 16,0-6-192-16,0-9-64 16,-27-20-12848-16</inkml:trace>
  <inkml:trace contextRef="#ctx0" brushRef="#br0" timeOffset="64282.39">21050 10010 30463 0,'36'-8'0'0,"-6"3"0"0,6-2 0 0,6-1 704 16,2-1 160-16,-4 0 32 0,-6 0 0 0,-1 1-896 31,-3-1 0-31,-1 0-128 0,1-2 0 0,0 2-672 16,-1 0-128-16,-3 0-32 0,-3 0 0 0,-5 0-352 16,0 1-80-16,-6 1-16 0,-1 1 0 15,-4 1-608-15,-2 0-128 0,-5 5-32 0,0 0-5264 0</inkml:trace>
  <inkml:trace contextRef="#ctx0" brushRef="#br0" timeOffset="65201.98">21910 9763 14847 0,'16'23'0'0,"-4"-1"0"16,2 8 0-16,1 11 352 0,1 11 80 0,-4-2 16 0,-1-4 0 0,-4-4-448 15,-4-4 0-15,-3-2 0 0,0-3 0 0,-3 0 0 16,1-1 0-16,-1-2 0 0,-2-3 0 0,2-5 896 15,-2-4 112-15,3-5 16 0,-1-5 0 0,3-8 304 16,0 0 64-16,0 0 16 0,-5-7 0 0,3-7-160 16,1-7-32-16,2-3 0 0,3-2 0 0,2 0-656 15,1 0-144-15,3 1-32 0,1 1 0 0,4-1-96 16,5-3-32-16,0-3 0 0,-1-5 0 0,-1-2-256 16,0-1 0-16,-3 2 0 0,2 3 0 0,-1 5 0 15,-1 4 0-15,0 4 0 0,1 3 0 0,0 4 0 16,2 4 0-16,2 3 0 0,1 3 0 0,-1 2 256 15,3 1 0-15,-3 3 0 0,-2 2 0 0,-5 4-400 16,0 2-96-16,-4 5-16 0,-4 4 0 0,-3 6-96 16,-4 5-32-16,-4 2 0 0,-5 1 0 15,-1 0 384-15,-6-2 240 0,-3-4-48 0,1-4 0 0,-1-2 208 16,1-2 48-16,1-2 0 0,2-3 0 0,2-2-208 0,1-3-48 16,2-1 0-16,2-3 0 0,-1-1-192 15,-1-2 0 1,1-2 0-16,1-3-160 0,0-1-1712 15,5 0-352-15,-1-3-64 0,2-3-16 0,1-2-400 0,5 0-96 16,4-6-16-16,6-6-4800 0</inkml:trace>
  <inkml:trace contextRef="#ctx0" brushRef="#br0" timeOffset="65333.83">22508 9947 21759 0,'2'30'0'0,"-2"-11"0"0,-2 0 0 0,1-1 352 31,1-1 80-31,0-3 16 0,0-2 0 0,1-3-1696 16,-1-9-336-16,2 8-64 0,3-2-6096 0</inkml:trace>
  <inkml:trace contextRef="#ctx0" brushRef="#br0" timeOffset="65571.73">22820 9917 33023 0,'-6'31'0'0,"1"-10"0"0,3 2 0 0,1-1-208 15,2-1-48-15,4-3 0 0,0-3 0 0,5-1 0 16,2-3 0-16,1-2 0 0,2-2 0 0,1-3 256 16,4-3-144-16,-2-1 144 0,-2-1-128 0,0-2-112 15,-1-4-16-15,0-1 0 16,1-2 0-16,-1-3-1072 0,-2-3-208 0,0-4-64 0,-2-5 0 0,1-6-1024 15,4-7-192-15,-1 1-64 0,0 2-3552 0</inkml:trace>
  <inkml:trace contextRef="#ctx0" brushRef="#br0" timeOffset="65705.27">23001 9665 19199 0,'-10'38'0'0,"2"-14"0"0,2 0 0 0,-1 6 0 47,2 5 0-47,0 3 0 0,0 27-7680 0</inkml:trace>
  <inkml:trace contextRef="#ctx0" brushRef="#br0" timeOffset="66507.85">23178 9849 28671 0,'-30'38'0'0,"12"-12"0"0,-3 3 0 0,4-1-320 32,3-2-48-32,2-3-16 0,6-4 0 0,1-4-912 0,1-4-192 0,4-3-48 0,0-8 0 0,5 6 1536 0,2-2 512 0,4-1 0 0,4-2 0 0,3-2 512 15,0-1 112-15,5-2 16 16,0-2 0-16,2-2-720 0,3-2-144 0,-3-2-32 0,-1-4 0 0,-1-2-448 31,-5-4-112-31,-3 0-16 0,-2 0 0 0,-3 1-192 0,-2-1-64 0,-1 2 0 0,-4 1 0 0,0 2 576 16,-3 2 0-16,2 4 0 0,-2 2 0 0,0 2 608 15,0 7 32-15,-3-7 0 0,3 7 0 0,0 0-208 16,-9 0-48-16,0 3 0 0,0 1 0 16,1 7-384-16,-2 6 0 0,-1 6 0 0,-1 5 0 0,1 5 288 15,1 4-32-15,2-2 0 0,3-3 0 0,3-3-256 16,6-4 160-16,2-4-160 0,4-3 128 0,3-3 112 15,5-1 16-15,0-3 0 0,0-3 0 0,0-4-64 32,4-4 0-32,2-2 0 15,4-3 0-15,3-3-912 0,7-4-192 0,0-1-48 0,1-3 0 0,-1-6-912 16,1-6-192-16,-5-6-48 0,-6-5 0 0,-1-2 64 16,-4-1 0-16,-2 4 0 0,-1 4 0 0,-1 3 2192 0,3 2 448 0,-1 1 96 0,0 0 16 15,-1-3 560-15,0-4 112 0,-2-2 32 0,0-2 0 0,-5 5-1280 16,-1 5-256-16,-6 8-64 0,-1 6 0 0,-2 6 672 15,-3 9 128-15,0 0 32 0,0 0 0 0,-9 10 96 16,-3 7 32-16,-1 9 0 0,-2 7 0 0,-3 4 48 16,-3 2 16-16,1-2 0 0,0-4 0 0,4 3-320 15,1 2-48-15,2 4-16 0,3 3 0 0,2 2-448 16,3 0 0-16,3-5 0 0,-1-8 0 0,3-7 144 0,3-6-144 0,-1-4 128 16,-2-4-128-16,2-4 288 15,-2-9-32-15,0 0 0 0,0 0 0 0,0 0 320 16,0 0 48-16,0 0 16 0,0-9 0 0,-2-1-464 0,2-2-176 0,-5-3 128 15,-3-3-128-15,0-2 0 0,1-1-320 16,0-1 48-16,-4-1 16 0,1 3 256 0,2 2 0 16,-2 3 0-16,0 2 144 0,2 4 96 0,-2 4 16 0,0 3 0 0,0 2 0 0,-1 5-112 15,1 3-16-15,0 4 0 0,2 2 0 0,5 5 416 16,3 5 80-16,3 1 16 0,5 0 0 0,5-2 48 16,5-2 16-16,2-1 0 15,2-1 0-15,1-1-208 0,1-2-48 0,4-2 0 0,3-4 0 0,5-1-256 16,5-2-48-16,1 0-16 0,-1 0 0 0,-4-1-128 31,-4-1 0-31,-3 0 0 0,-7 0 0 0,-5 0-944 16,-5 0-208-16,-5 0-64 0,0 0 0 0,-8-5-960 31,0 8-208-31,-8 2-48 0,-102 30-10384 0</inkml:trace>
  <inkml:trace contextRef="#ctx0" brushRef="#br0" timeOffset="66993.22">21793 10869 31999 0,'8'11'0'0,"-1"-3"0"0,-1 1 0 0,3 1-320 0,0 2-48 0,1 1-16 0,3 0 0 0,1-1 384 16,2 0 0-16,2 0 0 0,3 0 0 0,2 0 0 16,4 0 0-1,1 0 0-15,1 0 0 0,-1-1 800 0,-2-2 224 0,-1-2 64 16,-2-2 0-16,0-5-576 0,0-4-96 0,0-4-32 16,0-4 0-16,3 0-256 0,1-1-128 0,0 1 128 15,-2 0-128-15,0 2-224 0,-4 1-128 16,-3 1-32-16,-2 0 0 0,-3 1 384 0,-2 0 240 0,-2 2-48 0,-3 2 0 15,-6 3 64-15,0 0 0 0,0 0 0 0,0 0 0 16,0 0 48-16,5 9 16 0,-5 1 0 0,-3 1 0 0,-2 3-64 16,0 2 0-16,-3 6 0 0,0 5 0 0,-2 7-256 15,-3 5 0-15,0-1 0 0,3-1 0 16,1-5 0-16,0-4 160 0,1-6-160 0,3-4 128 0,2-3 0 16,1-3 0-16,2-3 0 0,0-9 0 15,0 9-128 1,0-9 128-16,0 0-128 0,0 0 128 0,0 0-656 15,0 0-144-15,0 0-32 0,0 0 0 0,0 0-1424 16,0 0-304-16,0 0-48 0,-5-6-16 0,5 6 464 16,-3-7 96-16,3 7 16 0,-2-9 0 0,4 1 304 15,1 1 64-15,5-1 16 0,6-2-4816 0</inkml:trace>
  <inkml:trace contextRef="#ctx0" brushRef="#br0" timeOffset="67164.64">22660 10994 29951 0,'34'-6'0'0,"-8"3"0"0,6-1 0 0,4 0 704 0,1 1 160 0,-2 2 32 0,-6 0 0 16,-4 0-464-16,-4 0-96 16,-3 0-16-16,-3 0 0 0,-2 0-320 0,-1-1-128 0,-4 1 0 0,0 0 0 0,-8 1 128 31,0 0 0-31,0 0 128 0,0 0-128 0,0 0-1824 31,0 0-432-31,0 0-96 16,-42 8-9104-16</inkml:trace>
  <inkml:trace contextRef="#ctx0" brushRef="#br0" timeOffset="67349.88">22960 11194 41727 0,'21'-1'0'0,"-9"0"0"0,4 0 0 0,-1-1-1136 16,6-3-208-16,-3-2-64 0,0-1 0 0,-3-1-864 15,-4-3-176-15,-1-1-48 0,-2 0 0 0,-3-1 1136 16,0-1 208-16,-2 1 64 0,-1 1 0 0,1 2-512 16,-1 2-112-16,6 1-16 0,10 1-5248 0</inkml:trace>
  <inkml:trace contextRef="#ctx0" brushRef="#br0" timeOffset="67566.84">23612 10830 42495 0,'4'31'0'0,"-4"-10"0"0,-1 2 0 0,-3 2-256 0,-2 2-64 0,1 7 0 0,-2 6 0 0,-1 7-48 32,0 6-16-32,0-5 0 0,1-8 0 0,-1-7-304 15,3-8-64-15,0-6-16 0,0-5 0 0,2-4 160 16,3-10 32-16,-5 6 0 0,5-6 0 0,0 0-1792 15,0 0-368-15,-7-3-64 0,2-11-8096 0</inkml:trace>
  <inkml:trace contextRef="#ctx0" brushRef="#br0" timeOffset="74520.08">13692 11165 15615 0,'0'0'0'0,"0"0"0"0,0 0 0 0,0 0 704 15,0 0 160-15,0 0 32 0,0 0 0 0,0 0 256 16,0 0 48-16,7 2 16 0,-1 1 0 0,1 2-720 16,0 1-144-16,1 2-32 0,-1 1 0 0,3 1 160 15,0 1 32-15,1-1 0 0,2-1 0 0,2-2-512 16,1-3 0-16,1-2 0 0,3-2 0 0,-1-2 304 16,3-3-48-16,-3-3 0 0,0-2 0 0,-3-2-96 15,0-2-32-15,-3-2 0 0,-1-1 0 0,-2-2 0 16,-4-2 0-16,-4 1 0 0,1 1 0 0,-4 1-128 15,-3 2 0-15,-1 3 0 0,-3 2 0 0,0 1 0 16,-3 1 128-16,-1 2-128 0,-1 1 128 0,-2 3-128 16,0 1 128-16,-1 2-128 0,-1 2 128 0,-2 2-128 0,-1 2 0 15,0 4 0-15,1 3-176 0,-1 6 176 16,0 5 176-16,1 4-48 0,0 4 0 0,0 3-128 0,3 3 0 0,1-2 0 0,2-2 0 0,0-4 192 16,5-4 0-16,1-3 0 0,6-3 0 0,2-2 352 15,6-1 80-15,1 1 16 16,3 0 0-16,4 0 352 0,3 0 80 0,2-3 16 0,2-4 0 0,9-3 0 15,9-4 0-15,6-2 0 16,6-2 0-16,-2-1-832 16,-3-1-256-16,-4-3 160 15,-8-2-160-15,-6-3-832 0,-1-3-256 0,-2 0-64 0,-3-1 0 0,0 1-1024 16,0 0-192 0,-3 1-64-16,-2 0 0 0,-5 0-2304 0,-5-2-448 0,-6-5-112 0,0-5-656 0</inkml:trace>
  <inkml:trace contextRef="#ctx0" brushRef="#br0" timeOffset="75776.87">14609 10577 7679 0,'10'-5'0'0,"-2"2"0"0,3-1 0 0,1-1-512 16,1-2-112-16,0-1-16 0,2-1-1792 0</inkml:trace>
  <inkml:trace contextRef="#ctx0" brushRef="#br0" timeOffset="76618.86">14858 10293 11775 0,'0'0'0'0,"0"0"0"0,0 0 0 0,0 0 1072 16,0 0 208-16,0 0 64 0,0 0 0 0,0 0-624 15,0 0-112-15,0 0-32 0,-1 8 0 0,1-8 112 16,-4 8 16-16,1 1 0 0,-2 2 0 0,-3 5 192 16,-4 5 64-16,-6 5 0 0,-5 4 0 0,-6 3-320 0,-9 2-48 15,-3 5-16-15,0 5 0 0,-7 19 64 16,-3 20 0-16,-13 0 0 0,-16-5 0 0,-2 18-64 0,2 19 0 15,-7-9 0-15,-8-13 0 0,3 11-576 0,5 12 0 0,11-21-192 16,9-23 64-16,0-10 1120 0,3-7 224 16,8-2 64-16,10 1 0 0,5-6-512 0,8-4-112 0,7-10-16 0,6-10 0 0,6-5-512 15,0-6-128-15,6-5 0 0,8-9 0 16,0 0-224 0,-5-8-80-16,7-11-16 15,4-11 0-15,6-14-608 0,6-14-128 0,10 2-32 16,10 5 0-16,9-8 512 0,9-9 112 0,0-7 16 0,-5-6 0 0,3 1-160 15,3 1-32-15,9-14 0 0,9-13 0 0,-4 10 160 0,-6 13 32 0,-4-6 0 0,-3-10 0 0,4 14 448 16,7 14 0-16,-7 12 0 0,-6 7 0 0,-10 4 208 16,-8 2-64-16,-9 7-16 0,-3 8 0 0,-8 8-128 15,-6 7 128-15,-4 7-128 0,-8 9 128 0,0 0 576 16,-5 15 96-16,-8 9 32 0,-7 9 0 16,-8 6-416-16,-8 2-80 0,-18 13-16 0,-13 11 0 0,-3 14 112 15,4 12 16-15,-8-5 0 0,-8-7 0 0,-5 14 0 16,-2 16 0-16,6-13 0 0,7-16 0 0,0 6-112 15,-2 8-16-15,14-16 0 0,13-19 0 0,12-12 160 16,9-8 32-16,7-9 0 0,7-6 0 0,3-5-512 16,3-4 0-16,5-5 0 0,5-10 0 0,0 0 0 31,0 0 0-31,13-9-208 0,5-8 64 0,15-9-1120 16,16-9-208-16,7-17-64 0,8-18 0 0,-3-2 464 0,-4 1 96 15,7-4 16-15,5-7 0 0,3-5-416 0,5-5-80 0,-8 8-16 0,-13 10 0 0,5-8 368 0,5-11 64 0,-2 14 16 0,-1 20 0 0,-9 10 864 16,-6 9 160-16,-9 9 0 0,-8 6 128 0,-6 7 192 15,-2 4 64-15,-5 4 0 16,-3 2 0-16,-4 6 656 0,-2 4 144 0,-6 6 32 0,-1 6 0 0,-9 8 192 16,-4 7 64-16,-6 15 0 0,-4 16 0 15,-6 11-320-15,-7 10-48 0,-9-7-16 16,-6-10 0-16,1 9-512 0,3 9-96 16,9-11-32-16,8-15 0 0,10-11-448 0,6-8 0 0,6-8 0 0,4-6 0 15,7-6-208-15,5-5 64 0,6-4 16 16,7-5 0-16,9-6 128 0,8-5 0 0,1-5 0 0,2-4 0 0,-2-8-336 31,-2-6-48-31,4-9 0 0,1-10 0 16,4-3-256-16,5-2-48 0,-6 8-16 0,-2 10 0 0,-9 2 112 0,-7 1 16 0,-6 3 0 0,-5 3 0 0,-8 7 304 15,-2 6 64-15,-6 6 16 0,-2 9 0 0,-7 6 656 16,-9 9 144-16,-12 7 32 0,-13 6 0 0,-13 14-256 16,-10 14-64-16,0 16 0 0,3 14 0 0,-15 2 112 15,-19 1 16-15,2 11 0 0,11 13 0 16,-5-9-448-1,-2-10-224-15,10-6 32 0,17-5 0 0,14-19-576 16,17-21-96-16,10-12-32 0,9-10 0 0,9-8-192 16,3-13-64-16,13-2 0 0,7-11 0 0,16-17-1888 15,12-18-384-15,-7-6-80 0,-12-2-4128 0</inkml:trace>
  <inkml:trace contextRef="#ctx0" brushRef="#br0" timeOffset="77458.75">15503 10715 26111 0,'0'0'0'0,"-1"15"0"0,1 4 0 0,-1 8 512 0,-2 6 96 0,0 2 32 0,-4 0 0 0,-4 3-512 16,-4 3-128-16,-3 12 0 0,0 13 0 15,0 4 528-15,2 1 96 16,-1-8 16-16,2-9 0 0,0 0-256 0,2-2-64 0,0-6 0 15,5-6 0-15,1-7-320 0,2-6 0 0,2-7 0 0,0-6-128 16,1-4 560-16,2-10 112 0,0 0 32 0,0 0 0 16,-3-9-64-16,1-10 0 0,-1-9 0 0,3-9 0 0,3 0-512 15,1 0 0-15,-1 1-192 0,3-1 48 0,-1-8-192 16,5-6-48-16,-1-6 0 0,0-5 0 16,1 4 384-16,0 5 0 0,0 2 0 0,1 1 0 0,-1-6 128 15,0-8 112-15,2 7 16 0,-1 6 0 0,-1 12-256 16,-2 10 144-16,-3 9-144 0,0 6 128 0,-3 5 368 15,-2 9 64-15,0 0 16 0,0 0 0 0,-12 13-576 32,-4 11 0-32,-2 17 0 0,-2 17 0 15,-1 4-256-15,-2 2-144 0,-4 8-48 0,-1 7 0 0,-4 3 928 0,-1 3 176 0,6-15 48 0,6-17 0 0,8-5-160 16,8-5-32-16,8 1 0 0,4 1 0 0,4-3 208 16,4-3 48-16,2-8 0 0,-3-8 0 0,1-5-576 31,-2-6-192-31,2-6 144 0,-2-6-144 0,0-6-528 15,0-7-192-15,-3-8-48 0,-1-8 0 0,0-5-1728 0,3-5-368 16,-1 3-64-16,3 5-16 0,-13-12-2752 0,-11-15-576 0,-14 3-96 0,-11 7 896 0</inkml:trace>
  <inkml:trace contextRef="#ctx0" brushRef="#br0" timeOffset="78288.58">13252 9796 10495 0,'0'0'0'0,"0"0"0"0,0 0 0 0,0 0 192 16,0 0 64-16,0 0 0 0,0 0 0 0,0 0-64 15,0 0 0-15,0 0 0 0,0 0 0 0,0 0 320 0,0 0 48 0,0 0 16 16,0 0 0-16,0 0 144 0,0 0 48 16,0 0 0-16,0 0 0 0,0 0-768 0,3 7 0 15,-3-7 0-15,0 0 0 0,0 0-256 16,0 0 0-16,0 0 0 0,0 0 0 0,0 0-1136 16,0 0-208-16,0 0-64 0,5-7 0 0,1-1-48 15,-1-2-16-15,2-2 0 0,4-3-432 0</inkml:trace>
  <inkml:trace contextRef="#ctx0" brushRef="#br0" timeOffset="78566">14428 8696 17151 0,'-2'13'0'0,"2"-4"0"0,0 1 0 0,0 0 512 15,0-2 96-15,0 0 32 0,0-8 0 0,0 0-640 16,0 0 0-16,0 0 0 0,0 0 0 0,0 0 0 16,0 0 128-16,0 0 0 0,0 0 0 0,0 0-416 31,-6-4-80-31,6 4-16 0,0 0 0 0,-12 0-2304 0,-1 2-448 15,-3-2-112-15,-4-3-848 0</inkml:trace>
  <inkml:trace contextRef="#ctx0" brushRef="#br0" timeOffset="79496.63">15775 11224 8959 0,'-11'-3'0'0,"-2"-3"0"0,-7-6 0 0</inkml:trace>
  <inkml:trace contextRef="#ctx0" brushRef="#br0" timeOffset="85417.87">17383 14131 22015 0,'0'0'0'0,"4"6"0"0,-4-6 0 0,6 5-160 16,-1 0-32-16,3-1 0 0,-1-1 0 0,4 0 720 15,1 1 144-15,2 0 32 0,3-2 0 0,1 0 0 16,1-1 0-16,4-1 0 0,2-1 0 0,4 0 96 16,1-1 32-16,0-2 0 0,-2-3 0 0,-1-2-624 15,0-3-208-15,-1-1 144 0,2-3-144 0,3-2 0 32,5-4 0-32,0-3 0 0,2-1 0 0,0-1-272 0,1 0-144 0,-6 3-32 0,-5 3 0 0,-5 3-96 15,-7 3-32-15,-3 0 0 0,-3 0 0 0,-2 2 416 0,-3 2 160 0,-3-1-128 16,-4-1 128-16,0 3 0 0,-2 1 0 0,-5 2 0 0,-1 2 128 0,-6 2 144 15,-4 0 48-15,-7 3 0 0,-6 3 0 0,-5 3 0 16,-3 3 0-16,2 3 0 0,1 2 0 0,5 4 48 16,0 1 16-16,2 4 0 0,2 4 0 0,-3 9 192 15,-2 9 64-15,1 0 0 0,0-3 0 16,5-4-256-16,5-5-64 0,5-5 0 0,5-6 0 0,7-3 368 16,6-2 64-16,6-2 16 0,7-4 0 0,7 0 448 15,8 1 112-15,3 0 16 16,5-2 0-16,-3 0-160 0,2-2-32 0,1-5 0 15,2-6 0-15,8-2-512 0,9-1-96 0,1 1-32 0,-2 0 0 0,-6 1-512 16,-6 1-192-16,-9-1 0 0,-5-2 0 0,-3-1-160 31,-1-1-32-31,-3 0 0 0,-3 1 0 0,-3 2-608 16,-5 1-128-16,-2 0-32 0,-3-1 0 0,-5 5-768 16,0 0-144-16,-3-7-48 0,-4 0 0 0,1 1-1120 15,-1 1-224-15,1 1-64 0,6 4 0 0,-8-6-704 16,-1-3-160-16,-1-2-32 0,2-3 848 0</inkml:trace>
  <inkml:trace contextRef="#ctx0" brushRef="#br0" timeOffset="86034.35">18840 13054 12543 0,'0'0'0'0,"0"0"0"0,0 0 0 0,0 0 560 15,0 0 112-15,0 0 32 0,0 0 0 0,0 0 352 16,0 0 80-16,0 0 16 0,-7 3 0 0,-1 2 144 16,2 1 48-16,-3 4 0 0,3 3 0 0,-2 8-256 15,-1 9-64-15,-1 7 0 0,1 8 0 0,0-1-448 16,1-2-112-16,0-4-16 0,3-5 0 0,3-1 0 16,1-1 0-16,2 3 0 0,1 2 0 0,5 1-304 15,1-1-144-15,0-5 128 0,4-5-128 0,-1-5 336 16,2-5-16-16,0-4 0 0,2-4 0 0,0-5 256 15,1-4 64-15,2-5 0 0,-3-5 0 0,2-7-320 16,-1-7-48-16,-1-3-16 0,0-3 0 0,-1 0-256 16,-1 0 0-16,-1 3 0 0,1 3-144 0,0 2 144 0,0 2-128 15,1 1 128-15,-1 0-128 0,0 0 128 16,0 1 0-16,-1 0 128 0,-1 1-128 0,0 2 0 0,-1 1 0 0,-3 3 0 0,0 3 0 16,-7 9 224-16,0 0-32 0,0 0 0 0,0 0 0 0,1 13-48 15,-1 6-16-15,-2 2 0 0,-4 0 0 16,-1 0 160-16,-1 0 32 0,0 0 0 0,-2-1 0 15,2 2-320-15,-2 3 160 0,3 3-160 0,1 3 128 16,1 2-128-16,0 0 0 0,2-2 0 0,-1-3-176 0,1-3 176 31,2-3 0-31,-3-4 0 16,1-4 0-16,1-3-960 0,-1-1-144 0,0-2-48 0,3-8 0 16,0 0-1216-1,-4 7-256-15,4-7-64 0,0 0-8960 0</inkml:trace>
  <inkml:trace contextRef="#ctx0" brushRef="#br0" timeOffset="86797.71">19637 13545 9727 0,'0'0'0'0,"0"0"0"0,7-1 0 0,1 0 1120 15,-8 1 224-15,7-3 64 0,-1 1 0 0,-6 2-112 16,9-1-16-16,-3 0 0 0,2 1 0 0,-8 0 112 16,7 1 16-16,-7-1 0 0,8 3 0 0,-1 2-256 15,-1 1-64-15,-1 3 0 0,0 1 0 0,0 5-256 16,2 3-48-16,-4 4-16 0,2 3 0 0,-2 2-448 16,0 2-112-16,-1-1-16 0,-2-1 0 0,0-2 320 15,-2-3 48-15,-1-1 16 0,0-3 0 0,-2-2-576 0,0-2 0 0,-2-2 0 16,1-1 0-16,-4-1 624 0,-1-1 16 15,-3-2 0-15,0-2 0 0,-3-2-112 0,-2-1-16 0,-1-2 0 0,0-2 0 16,-1-2-144-16,-1-3-48 0,3 0 0 0,-1-1 0 0,3 0-96 16,-1-1-32-16,4 0 0 0,2 0 0 0,1 1 64 15,2 1 0-15,1 1 0 0,8 6 0 0,-6-8-464 32,-1-2-96-32,2-1-16 0,2 1 0 15,0 0-1728-15,1 0-368 0,2-3-64 0,5-2-16 0,5-8-1984 16,6-8-416-16,-1-3-80 0,-2-2-3232 0</inkml:trace>
  <inkml:trace contextRef="#ctx0" brushRef="#br0" timeOffset="86972.71">19793 13337 46847 0,'0'0'0'0,"0"0"0"0,0 0 0 0,4 9-256 31,1 1-64-31,1-1 0 0,1-4 0 0,-4 2-2560 16,0 2-512-16,-1-1-96 0,-2 0-32 0,0-8-1632 16,-8 3-336-16,-4-7-64 0,-4-8-1472 0</inkml:trace>
  <inkml:trace contextRef="#ctx0" brushRef="#br0" timeOffset="87581.96">17078 14905 25087 0,'0'0'0'0,"0"0"0"0,0 0 0 0,0 0 304 15,0 0 64-15,0 0 16 0,8 3 0 0,0 1-160 16,2 0-32-16,3 0 0 0,1-1 0 0,4 0 720 0,5-1 144 0,4 0 32 0,3 0 0 16,3-1 352-1,0-2 80-15,4 2 16 0,3 2 0 0,21-1-464 16,20-2-96-16,1-1-16 0,-3-2 0 0,23-2-96 0,24-2-32 0,6-2 0 0,0-2 0 15,8-2-48-15,6-2-16 0,8-1 0 16,5-2 0-16,10 1-352 0,9 0-80 0,2 2-16 0,5 2 0 16,-3 1-96-16,2-1-32 0,-7 0 0 0,-6-1 0 15,-10 4 0-15,-8 3 0 0,-8 3 0 0,-4 3 0 0,1 0-400 16,5-1-96-16,-21 0-16 0,-21 1 0 0,2 2 464 16,5 2 96-16,-22 1 16 0,-19 1 0 0,-10-2-464 31,-3-1-96-31,-9 0-16 15,-4 1 0-15,-11 1-1536 0,-8 1-304 0,-11 4-64 16,-7 2-16-16,-13 4-3008 0,-9 3-624 0,-16-7-112 0,-13-10-4176 0</inkml:trace>
  <inkml:trace contextRef="#ctx0" brushRef="#br0" timeOffset="90093.8">15826 16584 28671 0,'20'4'0'0,"-5"-1"0"0,6 0 0 0,5-1 352 0,5-1 80 16,1-1 16-16,0-2 0 0,-2-1-448 0,-2-1 0 0,-2-1 0 0,-1-1 0 16,-4 0 192-16,1-1-64 0,-3-1 0 0,1-1 0 0,4-2 368 15,-1-3 64-15,2-2 16 0,-1-3 0 0,1-2-160 16,0-2-32-1,-2-1 0-15,-2 0 0 0,-3 1-192 0,-2 0-64 0,-3 4 0 0,-4 2 0 0,-3 2-128 16,-4 1-272-16,-2 0 64 0,-3 2 16 0,-6 1 0 16,-2-1 0-16,-4 2 0 0,-3 1 0 0,-7 1 768 15,-3 2 144-15,-3 3 48 0,-2 1 0 0,2 2-768 16,0 2 0-16,-1 2 0 0,1 3 0 0,-6 3-160 16,-7 4 32-16,-2 2 0 0,-5 1 0 0,2 9 304 15,1 7 64-15,7 9 16 0,8 8 0 0,2 2 0 16,5 0 0-16,3-5 0 0,0-6 0 0,5-2-64 15,6-3 0-15,1 4 0 0,6 4 0 0,5 1 64 16,5-1 0-16,6-6 0 0,1-7 0 0,6-7 560 16,2-5 112-16,1-3 32 0,4-2 0 0,4-4-64 15,9-2 0-15,5-3 0 0,4-3 0 0,-1-3-704 16,38-8-192-16,-51 1 0 0,-4 0 0 31,-2-1 0-31,-1-1 0 0,0-2 0 0,0-2-320 16,0-2-112-16,-3-2-16 0,0-1 0 0,-3-4-608 15,-2 0-128-15,-2-1-32 0,1-1 0 0,-4 0-1168 16,2 0-240-16,-2 2-64 0,0 1 0 0,0-6-1680 16,-5-6-352-16,1 1-64 0,-3 0-2384 0</inkml:trace>
  <inkml:trace contextRef="#ctx0" brushRef="#br0" timeOffset="90538.93">16638 15449 35583 0,'0'0'0'0,"0"0"0"0,0 0 0 0,0 0-160 15,-8 4-32-15,3 3 0 0,0 2 0 0,0 3-48 16,0 2-16-16,-1 5 0 0,1 5 0 0,2 5 64 16,-1 5 0-16,1 1 0 0,2 0 0 0,1-4 448 15,1-4 112-15,2-5 16 0,4-4 0 0,1-2 304 16,2-3 64-16,3-3 16 0,2-3 0 0,5-3-576 15,1-3-192-15,2-2 144 0,2-2-144 0,1-2 0 16,0-2-224-16,0-4 32 0,-1-4 0 0,-3-6 192 16,-2-7 0-16,-2-3 0 0,-3-3 0 0,-2 1 320 15,0-1 96-15,-1 4 32 0,-2 5 0 0,-2 2-112 16,0 2-16-16,-3 4 0 0,0 4 0 0,-2 3 0 16,0 3 0-16,-3 7 0 0,0 0 0 0,0 0 64 15,0 0 0-15,0 0 0 0,0 0 0 0,0 0-208 16,0 10-48-16,-3 4 0 0,0 4 0 0,1 8-128 15,-1 7 0-15,-2 4 0 0,0 3 0 0,2 1 0 0,-2-2 0 16,2-5 0-16,-1-7 0 0,1-2 0 0,1 0 128 16,-1-4-128-16,0-4 128 0,1-1-128 15,2 0 0 1,0-3 0-16,0-3-176 0,-1 0-320 0,1 0-64 0,0-1-16 16,0-9 0-16,1 9-1680 0,-1-9-352 0,0 8-64 15,0-8-16-15,-3 10-1936 0,3 1-400 16,0-11-80-16,0 0-1952 0</inkml:trace>
  <inkml:trace contextRef="#ctx0" brushRef="#br0" timeOffset="90818.07">17374 15846 34559 0,'0'0'0'0,"0"0"0"0,0 0 0 0,-7 13 864 15,0 3 176-15,1 4 48 0,-1 3 0 0,2 6-720 16,0 5-144-16,2 4-32 0,-2 3 0 0,0-2 0 16,0-4 0-16,2-3 0 0,-2-5 0 0,2-3-192 46,-2-5 0-46,2-2 0 0,-12 12-16208 0</inkml:trace>
  <inkml:trace contextRef="#ctx0" brushRef="#br0" timeOffset="91580.03">17440 16538 36351 0,'0'0'0'0,"0"0"0"0,0 0 0 0,0 0-256 16,10 5-64-16,2 0 0 0,2-1 0 0,3 0-48 15,4 0-16-15,2 0 0 0,3-1 0 0,2-2 208 16,2-2 48-16,-4-1 0 0,-1-2 0 0,-4 0-64 16,1-1 0-16,-3-1 0 0,-2-1 0 0,-3-1 192 31,1-1-128-31,0-2 128 0,3-2-128 0,0-4-976 15,5-3-192-15,2-6-48 0,3-5 0 0,-9 5-4192 0,-10 5-848 0,-4-7-160 0,-4-9-48 0</inkml:trace>
  <inkml:trace contextRef="#ctx0" brushRef="#br0" timeOffset="91771.36">17770 16343 42239 0,'-3'41'0'0,"3"-11"0"16,0 3 0-16,0 2-624 0,0 0-112 0,-2-2-32 0,1-5 0 0,-3-2-304 15,0-3-64-15,-1-3-16 0,1-2 0 0,-1-1 112 16,2-2 16-16,0-1 0 0,0-1 0 0,-1-1-576 16,3-1-96-16,-3 1-32 0,1 1-8720 0</inkml:trace>
  <inkml:trace contextRef="#ctx0" brushRef="#br0" timeOffset="92210.17">18489 16610 40447 0,'0'0'0'0,"8"5"0"0,0-2 0 0,-1-1-1904 0,1-2-368 0,0-1-80 0,-1-2-16 0,-2-1 2048 16,0 0 320-16,0-2 256 0,1-2-64 0,-1-2 720 16,-1-1 144-16,-1-4 32 0,3-4 0 0,-2-5-368 31,-1-4-64-31,2-3-16 0,0-2 0 0,-2 1-864 0,1 2-176 16,-3 4-48-16,1 3 0 0,-4 2-608 0,0 0-128 0,-2 3-32 0,-1 3 0 0,-4 2 1344 0,0 0 256 0,-3 2 48 0,-1 1 16 15,0 4 1120-15,-2 3 224 16,-3 2 64-16,-3 2 0 0,-4 3-1136 0,-5 3-208 0,1 1-64 0,-2 1 0 0,-1 4-256 15,1 4-48-15,2 4-16 0,4 4 0 0,2 9 112 16,3 11 16-16,2 3 0 0,5 0 0 0,0-3 48 16,5-4 16-16,1-6 0 15,2-6 0-15,5-3 256 0,2-3 48 0,1-1 16 0,5-2 0 16,-1 0-464-16,1-1-176 0,0-2 128 0,4-2-128 0,-1-4 0 31,4-4 0-31,0-4-224 0,6-5 80 16,2-6-1680-16,4-5-336 0,2-4-64 0,2-2-16 0,-1-2-704 15,1-2-160-15,-5-7-32 0,-4-8 0 0,-4-5-1632 16,-3-5-336-16,1 1-64 0,2 1-288 16</inkml:trace>
  <inkml:trace contextRef="#ctx0" brushRef="#br0" timeOffset="92640.69">18838 15361 40447 0,'0'0'0'0,"0"0"0"0,0 0 0 0,0 0-160 32,0 0-32-32,-10 3 0 0,2 3 0 0,-2 2-256 0,-1 2-48 0,-2 4-16 0,-2 2 0 0,0 3 208 15,0 3 48-15,-1 8 0 0,3 8 0 0,0 9 768 16,1 7 144-16,3-5 48 0,4-8 0 0,3-6-320 16,4-6-48-16,3-5-16 0,3-5 0 0,0-4-144 0,0-2-48 15,2-4 0-15,0-4 0 0,1-1 0 0,4 0 0 16,0-3 0-16,1-3 0 0,4-2-128 0,1-3-176 15,1-3 48-15,-3-3 0 0,-1-3 128 0,-3-3 176 0,-2-5-48 0,-1-4 0 0,-2-3-128 16,-1-3 0-16,1 0 0 0,-2 2 0 0,-1 3 240 16,-2 3 16-16,0 5 0 0,0 4 0 0,-2 4 48 15,0 4 16-15,-3 9 0 0,0 0 0 0,0 0 144 16,0 0 48-16,0 0 0 0,0 0 0 0,0 9 0 16,0 5 0-16,-3 9 0 0,0 8 0 0,-2 7-512 15,0 5 0-15,-2 1 0 0,2-3 0 16,-3-5-208-16,0-5 64 0,2-3 16 0,1-2 0 0,0-2 128 31,1-2 0-31,-1-1 128 0,2-1-128 0,0-1-544 16,1 0-176-16,1-5-48 0,-1-4 0 0,2-10-1424 15,0 0-304-15,0 0-48 0,0 0-16 0,5-10-1168 16,1-8-240-16,4-3-64 0,2-2 0 0,1 3-256 0,5 5-48 0,-2-4-16 0,-1-4 0 0</inkml:trace>
  <inkml:trace contextRef="#ctx0" brushRef="#br0" timeOffset="92941.49">19322 15753 34303 0,'13'-5'0'0,"-4"4"0"0,0 0 0 0,0 1 144 15,0 0 48-15,0 2 0 0,0 1 0 0,-2 1 0 0,-2 1 0 0,-2 1 0 0,1 2 0 0,-3 1 560 32,-1 0 112-32,-3 2 32 0,-2 3 0 0,0 1-320 15,-5 0-48-15,-1 1-16 0,-4 1 0 0,-1 2-512 0,-4 3 0 0,-3 3 0 0,2 3 0 0,3-1 880 16,0-1 64-1,5-2 16-15,3-2 0 0,3-3 0 0,2-3 0 16,4-2 0-16,2-2 0 0,6-2-368 0,4-2-64 16,3-2-16-16,2-2 0 0,2-3 0 0,3-3 0 0,0-3 0 15,-1-2 0-15,1-1-304 0,-1-2-64 0,3-2-16 16,0-2 0-16,2-2-128 16,3-2-176-16,-1 0 48 15,-2 1 0-15,-2 2-512 0,-2 0-112 0,-3 2-16 0,-4 2 0 16,-4 3-1168-16,-4 2-240 0,-6 6-64 0,0 0 0 0,0 0-1424 15,0 0-304-15,0 0-48 0,-15 6-8432 0</inkml:trace>
  <inkml:trace contextRef="#ctx0" brushRef="#br0" timeOffset="93322.42">19892 16284 44799 0,'0'0'0'0,"8"0"0"0,2 0 0 0,4 0 0 0,-1 0 0 0,2 1 0 15,2 0 0-15,-1 0 0 0,0-1 0 0,-1 1-160 0,3 0 160 0,-3 1 224 16,-2-1 128-16,0 1 32 0,1 1 0 0,-3 0-160 16,0-1-32-16,-1 1 0 0,0 1 0 0,0-1-192 15,-2 0-160-15,0 0 32 0,2 0 0 0,-3-1-208 32,-7-2-48-32,6 0 0 0,3-1 0 0,-3 0-1728 15,-6 1-368-15,8-3-64 0,-1 0-16 0,0-1-560 16,-2 0-112-16,-1-1-32 0,3-2 0 0,0 1-1024 15,-2 2-192-15,-1-3-64 0,1-2 496 0</inkml:trace>
  <inkml:trace contextRef="#ctx0" brushRef="#br0" timeOffset="93543.56">20080 16063 40447 0,'2'18'0'0,"0"-3"0"0,-1 3 0 0,-1 2 0 16,3 1 0-16,-2-1-160 0,-1-2 160 0,0 1 0 16,1 1 0-16,-2 0 0 0,-1 0 0 0,0 3 272 15,2 2 144-15,-1 4 32 0,-1 3 0 0,-1 1-256 32,1 1-64-32,-1-4 0 0,-1-4 0 0,3-5-1120 15,1-4-224-15,1-4-64 0,13-25-14432 16</inkml:trace>
  <inkml:trace contextRef="#ctx0" brushRef="#br0" timeOffset="93719.52">20489 16305 48895 0,'8'10'0'0,"-3"0"0"0,2 2 0 0,1 3 0 31,2 1-208-31,0-1 64 0,-1-2 16 0,-2-2-1488 15,-1-2-304-15,-1-3-48 0,0-1-16 0,-5-5-1120 16,0 0-224-16,0 0-64 0,0 0 0 0,0 0-48 16,5-5-16-16,3-2 0 0,0-1-3840 0</inkml:trace>
  <inkml:trace contextRef="#ctx0" brushRef="#br0" timeOffset="93857.06">20922 16349 42495 0,'10'13'0'0,"-5"-4"0"0,3-1 0 0,0-1-928 31,2-2-176-31,-2-2-48 0,22-17-14688 0</inkml:trace>
  <inkml:trace contextRef="#ctx0" brushRef="#br0" timeOffset="93998.65">21378 16421 41471 0,'5'11'0'0,"-5"-11"0"0,8 5 0 0,-8-5-1856 0,5 4-352 0,3-7-80 0,4-7-11984 0</inkml:trace>
  <inkml:trace contextRef="#ctx0" brushRef="#br0" timeOffset="94157.23">21541 16404 44799 0,'3'11'0'0,"0"-3"0"0,1 0 0 0,2 0-416 16,2-1-80-16,-1-1-16 0,1-3 0 0,0-1-1728 16,1-2-368-16,-3-1-64 0,1-2-16 0,-1-2-768 15,3-2-144-15,-1-2-48 0,0-3-5504 0</inkml:trace>
  <inkml:trace contextRef="#ctx0" brushRef="#br0" timeOffset="94786.17">22251 16288 32511 0,'0'0'0'0,"-8"0"0"0,8 0 0 0,-7 1 768 15,7-1 144-15,0 0 48 0,0 0 0 0,0 0-112 16,-8 3-16-16,8-3 0 0,-5 5 0 0,5-5 160 16,0 0 32-16,0 0 0 0,2 7 0 0,4-2 0 15,1-1 0-15,1 0 0 0,4 0 0 0,3-1-368 16,4-3-64-16,4 0-16 0,5 0 0 0,5-2-400 16,2-2-176-16,-2 1 128 0,-3-1-128 0,-2-1-176 31,-2-3-112-31,-4 0-32 0,-3-3 0 0,-1 0-144 15,-1-2-48-15,-2-1 0 0,-1-1 0 0,1-2-96 16,1-2-32-16,-1-2 0 0,-2-3 0 0,-3-3-192 16,-2-2-64-16,-3 0 0 0,-5 2 0 0,-3 3 160 0,0 2 32 0,-4 4 0 0,-3 5 0 0,-1 5 1072 15,-2 4 208-15,-2 4 64 0,-1 5 0 0,-1 5-832 16,-3 6-144-16,-3 7-48 0,-3 7 0 0,-8 6 384 16,-7 4 0-16,-2-3 0 0,-2-5 0 0,5-1 336 15,4-1 144-15,5 1 32 0,6 2 0 0,5 3 96 16,9 3 32-16,3 0 0 0,4 0 0 0,1-2 144 0,3-3 48 15,3-5 0-15,2-5 0 0,4-4-112 0,0-3-16 0,6-3 0 16,3-3 0-16,5-3-448 0,5-3-112 0,3-2-16 0,2-2 0 0,3-2-128 31,-2-3-272-15,-3-2 64-16,-3-2 16 0,-5-4-1232 0,-5-5-240 0,-3-7-64 16,0-9 0-16,-2-11-1376 0,-3-10-288 0,2 1-48 15,-1 3-16-15,0-5-1840 0,1-7-368 0,-6 2-80 0,-5 1-64 0</inkml:trace>
  <inkml:trace contextRef="#ctx0" brushRef="#br0" timeOffset="95194.11">22623 15202 46847 0,'0'0'0'0,"2"8"0"0,-2 1 0 0,2 4-256 15,-1 3-64-15,1 4 0 0,-2 2 0 0,0 2 112 16,0 1 16-16,0 1 0 0,-2-1 0 0,-1 1 192 15,3-1-144-15,0 2 144 0,0 1-128 0,3 1 128 16,4 1 0-16,1 0 0 0,4 0 0 0,1-4 128 16,3-3 48-16,2-3 16 0,2-6 0 0,1-6-192 15,2-6-272-15,0-4 64 0,2-5 16 0,1-6 192 16,2-8 0-16,-3-2 0 0,-4-2 0 0,0-2 0 16,-1-1-144-16,-3 2 144 0,-3 2-128 0,0 1 128 15,-3 0 176-15,-1 2-48 0,-1 1 0 0,-2 1 64 16,-1-1 0-16,-1 0 0 0,0 1 0 0,-2 2 192 15,-1 1 64-15,1 4 0 0,-1 3 0 0,-2 9 48 0,0 0 16 0,0 0 0 16,0 0 0-16,0 0-160 0,-7 15-32 16,-1 4 0-16,0 4 0 0,-2 1-560 0,-1 0-112 15,1 1-32-15,1 1 0 0,0 3 384 0,1 2 0 0,1 4 0 16,1 4 128-16,1 0-128 16,2 0 0-16,-1-4 0 15,0-7-176-15,0-5-208 0,1-4-64 0,1-3 0 0,-1-3 0 16,3-4-1536-16,0-9-304 0,0 0-64 15,0 0-16-15,0 0-960 0,0 0-208 0,0 0-48 0,0 0-7984 0</inkml:trace>
  <inkml:trace contextRef="#ctx0" brushRef="#br0" timeOffset="96397.09">23347 15653 20479 0,'0'0'0'0,"0"0"0"0,0 0 0 0,0 0 0 0,0 0 192 0,0 0-48 0,0 0-16 0,0 0 64 16,0 0 0-16,0 0 0 0,0 0 0 0,0 0 912 15,0 0 192-15,0 0 48 0,0 0 0 16,0 0-368-16,0 0-64 0,0 0-16 0,0 0 0 16,0 0-256-16,0 0-48 0,0 0-16 15,0 0 0-15,0 0-144 0,0 0-48 0,0 0 0 0,0 0 0 0,0 0 112 16,0 0 16-16,0 0 0 0,0 0 0 0,0 0 144 15,0 0 48-15,0 0 0 0,0 0 0 0,0 0 96 16,0 0 32-16,0 0 0 0,0 0 0 0,0 0-256 16,0 0-64-16,0 0 0 0,0 0 0 0,0 0-256 15,0 0-48-15,0 0-16 0,-5 6 0 0,5-6-48 16,0 0-16-16,0 0 0 0,0 0 0 0,0 0 64 16,0 0 0-16,0 0 0 0,0 0 0 0,0 0 144 15,0 0 48-15,0 0 0 0,0 0 0 0,0 0-160 16,0 0-32-16,0 0 0 0,0 0 0 0,0 0 64 15,0 0 0-15,0 0 0 0,0 0 0 0,0 0-256 16,0 0 0-16,0 0 0 0,0 0 0 0,0 0 0 16,0 0-256-16,0 0 48 0,-8-3 16 0,8 3 192 15,0 0-144-15,-7-3 144 0,7 3-128 0,0 0-160 16,-6-4-32-16,6 4 0 0,0 0 0 0,0 0 464 16,-7-3 96-16,7 3 16 0,0 0 0 0,0 0-256 15,0 0-160-15,0 0 32 0,0 0 0 0,0 0 128 16,0 0-128-16,0 0 128 0,0 0-128 0,0 0 128 15,0 0 0-15,0 0 0 0,0 0 0 0,0 0 0 16,0 0 0-16,0 0 0 0,0 0 0 0,0 0 0 16,-5 6 0-16,5-6 128 0,0 0-128 0,0 0 128 0,0 0-128 0,-5 7 128 0,5-7-128 0,0 0 128 15,0 0-128 1,0 0 128-16,5 7-128 0,3-2 272 0,1-3-16 16,1-1 0-16,1-1 0 0,2 1 0 0,0 0 0 15,0 0 0-15,1 0 0 0,0 1 64 0,1 0 0 0,3 1 0 16,2-1 0-16,1 1-320 0,4-1-144 15,-2 0 16-15,0-1 0 0,-2 1 128 0,-1 0 0 0,-2 0 0 16,-3-1 0-16,-2-1-240 16,-1-1-16-16,-2 1 0 0,-10 0 0 0,0 0-768 15,8-3-144-15,-8 3-48 0,0 0 0 0,2-7-704 16,-2-1-160-16,-3 0-32 0,-2 0 0 16,0 2-1328-16,-3 2-272 0,-8 0-48 0,-2 0-7408 0</inkml:trace>
  <inkml:trace contextRef="#ctx0" brushRef="#br0" timeOffset="96752.1">23455 15760 30207 0,'0'0'0'0,"0"0"0"0,0 0 0 0,0 0 0 16,0 0 0-16,0 0 144 0,0 0-144 0,0 0 896 15,7 4 112-15,-7-4 16 0,0 0 0 0,7 4 256 16,-7-4 48-16,5 8 16 0,-2 0 0 0,-3-8-160 15,0 0-32-15,3 10 0 0,2 1 0 0,-5 0-960 16,0-2-192-16,0 1 0 0,0 1 0 0,-2 0 0 16,1-1 0-16,-3 1 0 0,1 0 0 0,-2 0 0 0,2-1 192 15,0 1 0-15,-1 0 0 0,-1-1 192 0,1-2 64 0,-1 1 0 0,0-1 0 16,-2 0 144-16,0-2 48 16,-2-1 0-16,-1-1 0 0,-2-2-320 0,2-3-48 0,-3-1-16 15,0-1 0-15,-2-2 368 0,-1-1 64 0,1 0 16 0,-1 0 0 16,-1 0-208-16,-1-2-48 0,3 1 0 15,-1 2 0-15,1-1-448 16,2-1 0-16,0 1 0 0,3-1 0 0,2 0-576 16,1 0-192-16,2 1-64 0,5 6 0 0,0-9-3680 31,9-3-736-31,2-11-160 0,15-68-9824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3:21:40.5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4451 7654 12543 0,'0'0'0'0,"0"0"0"0,0 0 0 0,0 0 816 16,0 0 160-16,0 0 48 0,3-6 0 0,-3 6-512 15,0 0-112-15,0 0-16 0,-3-7 0 0,-4 2 320 16,-1 0 48-16,-2 1 16 0,0 1 0 0,-3 1-160 16,-2 1-32-16,-2 1 0 0,-3 1 0 0,-6 1 64 15,-2-1 0-15,-1 1 0 0,-1 0 0 0,-3 1-320 16,0 1-48-16,2 0-16 0,5-1 0 0,0 2-256 15,-4 1 160-15,2 1-160 0,-1-1 128 0,-8 1 112 16,-8 1 16-16,-3-1 0 0,-1 0 0 0,1 1 0 16,3 0 0-16,4-1 0 0,3-1 0 0,-5-2-256 15,-5-2 0-15,-6 1 0 0,-5 0 0 0,3 1 192 0,5 0 0 0,5-1 0 16,2-2 0-16,-7-2-48 0,-6-1-16 16,-2 1 0-16,-2 1 0 0,6 0 208 0,5 0 48 0,4 0 0 15,4-2 0-15,-8 0-384 0,-7 0-128 16,-1 1 0-16,-1 2 0 0,7 1 128 0,3-1 0 0,6-1 0 0,1 0 0 0,-6-1 0 15,-5-1 0-15,-2 1 0 0,0 2 0 0,6 1 0 16,6 0 176 0,4 0-48-16,3-1 0 0,-2-1 64 0,-3-1 0 0,-2 1 0 0,-5 2 0 0,0 0-192 15,2 0 128 1,3 1-128-16,7 2 128 0,3-1-128 0,6-1 128 0,0-1-128 0,3-2 128 0,-3 0 64 16,1-1 0-16,0 1 0 0,-2 0 0 0,0 1-192 15,0 1 0-15,2 0 0 0,1 0 0 0,5 0 0 16,1 0 0-16,2 0 0 0,4 1-176 0,2 0 400 15,1 0 80-15,2 1 16 0,8-4 0 0,-8 7-320 16,3-1-256-16,0 1 64 0,2 1 0 0,-2 1 192 16,2 1-144-16,-1 2 144 0,1 2-128 0,1 2 0 15,-1 1 0-15,2 2 0 0,-1 1 0 0,0 2 128 16,-1 2 0-16,1 0 0 0,-1-2 0 16,-2 3 0-16,2 1 0 0,-2 1 0 0,0 0 0 0,0 6 0 15,3 8 0-15,-1 4 0 0,-2 5 0 0,3-2 0 16,-1-2-128-16,-2-4 128 15,0-5-128-15,2-1 128 0,1-1 0 0,-1 7 128 0,1 7-128 0,-1 4 0 16,0 3 0-16,1-5 0 0,-1-8-128 0,-2-4 256 16,3-3 48-16,-2 3 16 0,0 4 0 0,-1 6-192 15,2 5 128-15,0-5-128 0,-2-7 128 0,2-5-128 16,1-6 0-16,0-2 0 0,-1-3 0 0,1-1 192 16,1 0 0-16,-1 4 0 0,0 4 0 0,-1 5-192 0,0 5 128 15,0-2-128-15,-1-4 128 0,1-4-128 0,1-6 0 16,1-3 0-16,-1-5-176 0,0-1 176 0,2 0-128 0,2-2 128 0,0-2-128 0,-1 1 128 15,1 0 0-15,1 1 128 16,1-1-128-16,1 2 224 0,1 1-32 16,1 1 0-16,-1-1 0 0,-1 1-48 0,3-1-16 0,-3-1 0 15,0-2 0-15,0-1-128 0,0-1 0 0,0-2 0 16,-2-1-176-16,2 0 176 0,3-1 176 0,-3-1-48 0,-1-2 0 0,0 0-128 16,1 0 0-16,-1 0 0 0,-4-6-176 0,5 6 176 15,0-1 0-15,-5-5 0 0,5 6 0 0,-1 0 0 16,1-1 0-16,-5-5 0 0,5 6 0 0,0 0 0 15,0 0 0-15,0 0 0 0,0 0 0 16,0-1 0-16,1-1 0 0,1 1 128 0,1-1-128 16,0 1 0-16,1 1 0 0,0-2 0 15,2 0 0-15,-1-1 320 0,3 0 0 0,1 1 0 0,0 0 0 0,-1 0-144 16,4 0-48-16,-1 1 0 0,-1 0 0 0,3 0 64 16,0 0 0-16,0 2 0 0,0 0 0 0,-3 1-64 15,3 0 0-15,-3 2 0 0,1 1 0 0,-2 1-128 16,-1 1 0-16,0 1 0 0,0 0-176 0,3 0 176 15,1 0 176-15,3 1-48 0,2 0 0 0,5 1 160 16,4-1 32-16,3-1 0 0,3-1 0 0,0-2-320 16,0-1 0-16,-2-2 0 0,-4-1 0 0,-1 0 160 15,-4 0-32-15,2 0 0 0,5-2 0 0,3 1 112 16,8 0 16-16,2-2 0 0,2-2 0 0,-2 0-256 16,-3 0 0-16,-4 0 0 0,-3 1-160 0,5-1 160 15,5-1 0-15,8 1 128 0,2 0-128 0,-1 0 128 0,-4-2-128 0,-3 0 128 0,-4 1-128 0,4 1 0 16,8 1 0-1,3-1 0-15,3 0-128 0,-4 0 128 0,-6-1 176 0,-3 1-48 0,-3-1 0 0,7 0-128 16,7-2 0-16,1-1 0 16,1-2-176-16,-7 2 176 0,-6 1 0 0,-3 0 128 0,2 0-128 0,6-1 224 31,9-3-32-31,-4 0 0 0,-5 0 0 0,-6-1-192 0,-3 0-160 16,1 1 32-16,1-1 0 0,7 0 128 0,7-1 0 0,-2-1 0 15,-6-2 0-15,-6 0 0 0,-5 0-128 0,-4 1 128 0,0 1-128 0,3 0 128 16,3-1-128-16,1 1 128 0,-4-1-128 0,-3 1 128 15,-4 0 0-15,-6 0 128 0,-7 0-128 16,-1 1 0-16,1 1 0 0,-4 1 0 0,-2-1 0 16,-4 0 224-16,-1-2-32 0,1 1 0 0,-1 0 0 15,-2 0-48-15,-3-1-16 0,0 0 0 0,2 0 0 0,-1-1 0 16,-1 0 0-16,0-1 0 0,4-1 0 0,-3 0 0 16,-3 0 0-16,2-1 0 0,0-1 0 0,0-1-128 15,-2-1-176-15,-1-3 48 0,1-1 0 0,-1-6 256 16,3-8 48-16,0-8 16 15,1-8 0-15,-1 0-192 0,0 2-176 0,0 6 48 0,3 4 0 0,-3 2 128 16,0 2 0-16,0-9 0 0,1-12 0 0,-1-5 0 16,0-4 0-16,0 8 128 0,3 9-128 0,-1 0 176 15,-1-3-48-15,1-10 0 0,-1-12 0 0,-1 6-128 16,2 8-272-16,-2 8 64 0,0 6 16 0,-2-2 192 16,0-5 0-16,-1-5 0 0,1-6 160 0,-1 5-160 0,0 6 128 15,-1 8-128-15,-1 6 128 0,0 2 0 0,-3 0 0 0,1-6 0 0,-1-6 0 0,-2-5-128 16,0-4 0-16,0 5 0 15,0 9-176-15,0 6 176 0,-3 5 0 0,2 1 0 0,-1 1 0 0,-3-3 0 16,0-3-128 0,-1-3 128-16,1-3-128 0,-2 0 0 0,-2 2 0 0,3 5 0 0,-1 5 0 0,1 5 128 15,-2 4 0-15,1 4 0 0,4 3 0 0,-2 1-128 16,-3-1 0-16,5 3 0 0,1 3 0 16,-3-1 0-16,-3-1 0 0,0 1 0 0,3 0 0 0,-3 3 128 15,0 1 0-15,0 1 128 16,0-1-128-16,-4 1 0 0,-6 0-128 0,-3 1 0 0,1 1 0 0,-4-1 128 15,-2 0 0-15,-1 0 0 0,1 0 0 0,0 0-192 16,5 0 0-16,-1 1 0 16,3 0 0-16,-3 0 368 0,-2 0 64 0,-7 0 16 0,-3 0 0 0,-7 0-112 15,-6 1-16-15,2 0 0 0,3-1 0 0,4 0-128 16,5-1-176-16,-5 1 48 0,-3 0 0 0,-8 0 128 16,-5-1 0-16,3 0 128 0,4-1-128 0,3 1 128 15,3 1-128-15,-3 0 128 0,-7 1-128 16,-6 0 0-16,-6-2-128 0,9 2 0 0,7 1 0 0,-1-1 128 15,-3-2 0-15,-6 0 128 0,-5 1-128 0,1-1 128 16,7-1-128-16,5 1 128 0,5 0-128 0,-7 1 0 16,-8-1 0-16,-2 0 0 0,2 0 0 0,7-1 0 15,5 0 0-15,-1 0 0 0,2 1-128 0,-8-1 128 16,-7-1 0-16,4-1 0 0,9-1 0 0,4-1 0 0,8 0 0 16,0 0 128-16,-5 1-128 0,-2 0 0 15,-7-1 0-15,4 0 0 0,2 0-128 0,6-1 128 0,10-2 0 0,2 1 0 0,5 1 0 16,1 1-192-1,1 1 0 1,-1 0 0-16,-1 0 0 0,-2 0-304 0,-2 0-64 0,4 1-16 0,0 0 0 16,1 1 368-16,1 0 64 0,2 1 16 0,3 0 0 0,2 2 0 15,4 1 0 1,0 2 0-16,4 0 0 0,0 1-368 0,4 1-64 16,-3 1-16-16,3 1 0 0,-1 2-304 0,2 2-64 0,0 1-16 0,0 0 0 0,-1 3-400 15,4 2-96 1,-1 1-16-16,0 1 0 0,-3 3-1120 0,0 4-224 0,-1-1-64 0,-1 1-5696 0</inkml:trace>
  <inkml:trace contextRef="#ctx0" brushRef="#br0" timeOffset="9895.69">6771 9263 24063 0,'0'0'0'16,"0"0"0"-16,0 0 0 0,0 0 144 0,0 0 48 0,0 0 0 0,0 0 0 0,0 0-64 16,0 0 0-16,0-7 0 0,0 0 0 0,0 7 256 15,2-7 64-15,-2 7 0 0,0-7 0 0,0 7 144 16,0 0 48-16,5-5 0 0,0 1 0 0,2 3-416 16,2 1-80-16,3 2-16 0,-1 2 0 0,4 2-128 15,1 0-176-15,1 1 48 0,4 1 0 0,5 0 128 16,7-1 0-16,6-2 0 0,4-2 0 0,4-2 0 15,1-1 0-15,-3-2 0 0,-3-1 0 0,1 1 0 16,6 0 0-16,7-2 0 0,11-1 0 0,-1-3 0 16,-3-3 176-16,-5 0-48 0,-4 1 0 0,9 1-128 0,9-1 128 0,-5-1-128 15,-6-1 128-15,-9 2 64 16,-9 3 0-16,-2 1 0 0,-5 1 0 0,3 1 0 0,2 2 0 16,-5 1 0-16,-4 0 0 0,-4 1 48 0,-4 1 16 0,-4 1 0 15,-7 0 0-15,-2 1-256 0,-4-1 144 16,-7-2-144-16,0 0 128 0,0 0-128 0,-8 8 128 0,-5-1-128 15,-5-1 128-15,-9-1 320 0,-4 0 48 0,-5-1 16 16,-2-1 0-16,2-1-368 0,-1 0-144 16,-3 2 128-16,-5 1-128 0,-11 1 496 0,-12 1 16 0,4-1 0 0,5-2 0 0,0 3-208 15,0 3-48-15,-7 0 0 16,-8-1 0-16,6-1-256 0,7-1 160 0,10 0-160 0,5-1 128 0,4 1 160 16,-3 2 32-16,3-1 0 0,0-1 0 0,3 0-320 15,6 0 160-15,5 0-160 16,5-1 128-16,7-1-128 0,4-2 0 0,4 0 0 15,8-3 0-15,0 0 0 0,0 0-272 0,5 7 64 0,7-1 16 16,6-2 48-16,8-1 16 0,7-1 0 0,6-1 0 16,1-1 128-16,-1-2 176 0,2-3-48 0,4-3 0 0,12-2-128 15,18-2-272-15,-2 0 64 0,-3 0 16 0,-5 2 192 16,-2 1 0-16,4 0 0 0,10 0 160 0,-8 0-160 16,-6 0-176-16,-9 2 48 0,-10 1 0 0,2 1 128 15,3 0 0-15,-3 0 0 0,0 0 0 16,-2 0 0-16,-4-1 0 0,-7 0 0 0,-9 0 0 0,-3 1 0 15,-6-1 176-15,-5 2-48 0,-5 1 0 0,-5 3-128 16,0 0 0-16,0 0 0 0,0 0 0 0,-6-7 0 31,-8 1 128-31,-9 2-128 0,-9 1 128 0,-13 2-608 0,-11 3-128 0,1 0-32 0,2 0 0 0,-6 4 320 16,-9 5 48-16,-8-1 16 0,-8-3 0 0,7 3 96 31,6 3 32-31,-11 0 0 0,-11-1 0 0,5 0-320 0,10-1-48 16,-2 0-16-16,-2-1 0 0,-2 2-960 0,2 2-208 0,5 2-48 0,4 2 0 0,-1-2-2816 15,1-3-560-15,8-5-112 16,5-5-176-16</inkml:trace>
  <inkml:trace contextRef="#ctx0" brushRef="#br0" timeOffset="12551.7">7012 8304 12031 0,'-13'2'0'0,"3"1"0"0,-3 0 0 0,0 2 816 0,-3 3 160 0,-1 0 48 0,4 1 0 0,-2 0-672 15,2 1-128-15,-1-1-32 0,2-1 0 0,-1 0 576 16,2 0 96-16,-1 0 32 0,2-1 0 0,1-1-208 16,-1-1-48-16,1 0 0 0,1 0 0 0,8-5 112 15,0 0 16-15,-6 5 0 0,6-5 0 0,0 0-368 16,0 0-64-16,0 0-16 0,6 8 0 0,4-3-96 16,5-2-32-16,3-1 0 0,3-1 0 0,4-1 160 15,10 0 32-15,10-3 0 0,14-2 0 0,2-5-112 16,1-4-16-16,-1 0 0 0,-4-1 0 0,14-2 0 15,11-2 0-15,-5-1 0 0,-7 0 0 0,-2-3 112 16,-1-1 16-16,5 2 0 0,7 1 0 0,-8 5-160 16,-12 5-32-16,-8 0 0 0,-7-2 0 0,-1 2 0 15,2 1 0-15,-9 2 0 0,-5 2 0 0,-9 1 160 16,-7 1 32-16,-7 0 0 0,-8 4 0 0,-8-5 256 16,-11 1 48-16,-10 1 16 0,-9-1 0 0,-6 3-704 15,-6 4 0-15,-18 2-176 0,-20 1 48 0,2 3-64 16,7 3 0-16,-13 2 0 0,-10 1 0 0,5 7 416 31,13 7 80-31,0 1 16 0,0 0 0 0,2-1-624 16,0-4-112-16,15-5-32 0,14-5 0 0,-2-3-2560 0,-3-2-512 15,4-13-96-15,7-14-7680 0</inkml:trace>
  <inkml:trace contextRef="#ctx0" brushRef="#br0" timeOffset="14532.55">6773 10539 27647 0,'0'0'0'0,"0"0"0"0,0 0 0 0,0 0 144 0,0 0 48 0,8 2 0 0,-8-2 0 0,7 2-192 16,-1-2-176-16,-6 0 48 0,0 0 0 0,7-1 128 15,1 0 0-15,-8 1 128 0,0 0-128 0,8-2 320 16,-1-2 0-16,-7 4 0 0,0 0 0 0,6-4 64 15,1-1 0-15,-4 0 0 0,-3 5 0 0,7-7-160 16,1 1-32-16,0 1 0 0,1 1 0 0,1-1-192 16,0 0-160-16,2 0 32 0,3 0 0 0,6-1 128 15,10 0 0-15,5-1 0 0,5 0 0 0,2-2-192 16,1-2 0-16,-3-1 0 0,-3-1 0 0,3-1 192 16,4-3 0-16,7 0 0 0,7-1 0 0,-3 2 0 15,-1 0 0-15,-10 3 0 0,-9 2 0 0,-7 1 0 16,-6-1 0-16,-5 1 0 0,-6 1 0 0,-2 1 0 15,-4 1 176-15,-6 7-48 0,0 0 0 0,-6-7 624 16,-6 2 112-16,-6 1 32 0,-10 0 0 0,-14 2-896 16,-16 2-128-16,-7 5-64 0,-1 6 0 0,2 2 0 15,5 1 0-15,-2 3 0 0,-6 2 0 0,6 1 624 0,7 0 112 0,11-2 32 16,12-3 0-16,10-4 0 0,6-3 0 0,5-1 0 16,4-2 0-16,6-5-256 0,1 10-64 0,8-1 0 15,5-1 0-15,9-3-400 0,10-3-96 0,8-4-16 16,7-3 0-16,-1-3 256 15,1-3-144-15,1-2 144 16,1-2-128-16,12-2-1440 0,17-3-288 0,-7 4-48 0,-4 3-11120 0</inkml:trace>
  <inkml:trace contextRef="#ctx0" brushRef="#br0" timeOffset="21972.78">6691 11365 9471 0,'-10'8'0'0,"2"-3"0"0,-2 0 0 0</inkml:trace>
  <inkml:trace contextRef="#ctx0" brushRef="#br0" timeOffset="23600.08">6049 11335 14847 0,'0'0'0'0,"-9"1"0"0,0 0 0 0,9-1 352 15,-8 0 80-15,8 0 16 0,-8-1 0 0,0 1 0 16,8 0 0-16,0 0 0 0,-8 0 0 0,8 0 304 16,0 0 64-16,0 0 16 0,0 0 0 0,0 0-208 15,0 0-48-15,-7 3 0 0,7-3 0 0,0 0-192 16,0 0-64-16,-2 8 0 0,2-8 0 0,4 9 416 15,2 0 80-15,2 0 16 0,2-4 0 0,3 1-320 16,2-1-48-16,6-2-16 0,1-3 0 0,7 0 64 16,9-1 0-16,7 0 0 0,4 0 0 0,-1-1 0 15,0-1 0-15,-7-2 0 0,-2-2 0 0,3-2-64 16,5-1 0-16,4 1 0 0,3 0 0 0,-1-1-144 16,-4-1-48-16,-4-1 0 0,-8-2 0 0,-1-2-256 15,0-1 0-15,2-3 0 0,1-3 0 0,2-2 0 16,2-2 160-16,-4 1-160 0,-3 2 128 0,-6 2-128 15,-4 1 128-15,-4 2-128 0,-4 1 128 0,-4 1 64 0,-2 0 0 16,-2-2 0-16,-2-2 0 0,-1 1 48 0,-4 0 16 16,-2-2 0-16,-2-1 0 0,-4-1-256 0,0 0 0 0,-3 1 0 0,-2 1 0 0,-6 0 0 31,-6-1-160-15,-6 4 32-16,-10 2 0 0,-6 5-320 0,-7 3-48 0,2 4-16 0,8 4 0 0,-2 0 368 15,-1-1 144-15,-8 3-128 0,-6 2 128 0,-6 5 128 0,-1 5 96 0,4 1 32 0,10 1 0 0,-5 1-464 16,-3 3-96-1,-5 0-16-15,-5 0 0 0,6-1 320 0,7-1 0 0,3 0 0 0,6 0 0 0,-6-1 0 16,-3-2 0-16,0-1 0 0,2-1 144 0,7 1-144 16,5 2 0-16,6-1 0 0,7-2 0 0,-2 1 192 15,3-1 0-15,0 3 0 0,0 2 0 0,2 5-192 16,1 5-272-16,4 3 64 0,3 3 16 16,5 0 0-16,6-2 0 0,4-3 0 0,3-4 0 0,5-3 608 15,5-3 128-15,3-2 32 0,8-1 0 0,2-2-208 16,2-1-48-16,1-1 0 0,4-1 0 0,-1-3 64 15,2-3 0-15,10-1 0 0,10-3 0 0,8-1-112 16,5 0-16-16,-2-1 0 0,-7 0 0 0,2-3 0 16,6-6 0-16,4 1 0 0,7 0 0 0,-9 0-256 15,-8-1 160-15,-6-1-160 0,-3 0 128 0,3-1-128 16,3-1 0-16,0-2 0 0,0-3 0 16,-8-2 0-16,-4-1 0 0,-6 0 0 0,-5 0 0 0,-2-1 288 15,2-2 32-15,-1 2 0 0,1 2 0 0,-2 3-320 0,-2 1 0 0,-4 3 0 0,-4 1-144 16,-4 0 144-16,-2 0 176 15,-6 0-48-15,-4 0 0 0,-6-1-128 0,-5-1 128 16,-6-1-128-16,-2-1 128 0,-9-2-304 16,-4-2-64-1,-4 1-16-15,3 0 0 0,-3 2-144 0,-4 1-48 0,-7 0 0 0,-9 3 0 0,-7 5 208 0,-8 3 48 0,6 5 0 0,5 3 0 16,-4 3 0-16,-5 1 0 16,-6 4 0-16,-8 5 0 0,9 2 192 0,9 3-144 0,-7 1 144 0,-5 0-128 15,-2 0-64-15,1-1 0 0,9-1 0 16,12-2 0-16,1 0 64 0,-3 0 0 0,3-1 0 0,5 0 0 0,2 4 128 15,5 4 176-15,5 5-48 0,8 4 0 0,7 2-304 16,3 1-64-16,6-3-16 0,3-4 0 0,2-2 256 16,2-2-144-16,5-3 144 0,3-2-128 0,6-1 128 15,2-3 0-15,10-2 128 0,7 0-128 0,13-2 528 16,10-1 48-16,5 1 0 0,0 1 0 0,1-5-208 16,-1-6-48-16,13-2 0 0,16-1 0 15,-3-1-320-15,-5-2 0 0,7-2 0 0,11-3 0 0,-3 0 224 16,-5 0-32-16,-3-3 0 0,-4-2 0 0,4-2-192 15,1 1 144-15,-13-1-144 0,-14-1 128 0,-4-4 112 16,3-4 16-16,-3-4 0 0,2-4 0 0,-5-2-112 16,-7-1-16-16,-8 4 0 0,-9 5 0 0,-8 1 160 15,-4 1 32-15,-5 1 0 0,-5 0 0 0,-5 1-64 16,-7 0 0-16,-4-2 0 0,-7-3 0 0,-13-2-256 31,-14-3-144-31,-4 2 16 0,-7 3 0 0,0 6-576 16,-4 3-96-16,-15 4-32 0,-16 4 0 0,4 6 512 0,7 4 112 0,-11 3 16 0,-7 1 0 0,4 6 192 0,6 6 0 0,4 3 0 15,-1 1 0-15,0 5-144 0,-2 3 16 0,11 1 0 0,15-1 0 0,-7 0 0 16,-6-2 0 0,3 0 0-16,4-1 0 0,8 0 128 0,11-1 0 0,7 0 128 0,5-1-128 0,5 3 0 15,3 3 0-15,5 2 0 0,5 0-128 0,6-1 128 16,9-2 0-16,6-2 128 16,7-4-128-16,5-3 320 0,3-3 0 0,5-2 0 15,5-1 0-15,8-3 112 0,10-2 16 0,13-2 0 0,15-2 0 16,0-3-208-16,-2-2-48 0,13-3 0 0,12-2 0 0,0-3-192 15,-7-3 0-15,9-3 0 0,12-3 0 0,-9-6 0 16,-10-6 0-16,3-1 0 0,10-1 0 0,-11 4 256 16,-11 4 0-16,-7 1 0 0,-9 1 0 0,2 2-256 15,1 3 0-15,-11 3 0 0,-9 1 0 0,-13 1 256 16,-7-1 0-16,-9 1 0 0,-6 0 0 0,-7 0 0 16,-4-2 0-16,-6-1 0 0,-5 0 0 0,-11-1-256 31,-8 0 144-31,-15 2-144 0,-15 1 128 0,-5 5-704 0,-4 4-160 0,-15 5-32 0,-12 5 0 0,-7 5 368 15,-6 5 64-15,-13 3 16 0,-13 2 0 0,5 0 144 16,9 1 48-16,4 0 0 0,1 0 0 0,5-1 0 31,7 0 0-31,1 4 0 0,2 5 0 0,15 4-1440 32,16 2-288-32,0 1-48 0,-78 10-13680 0</inkml:trace>
  <inkml:trace contextRef="#ctx0" brushRef="#br0" timeOffset="101777.61">1808 14929 22783 0,'18'5'0'0,"-3"-1"0"0,3 0 0 0,0 1 1168 0,2-1 240 0,1 0 64 0,-2-2 0 0,0 0-1024 16,0-1-208-16,1 1-48 16,1 0 0-16,2 0 320 0,4-2 48 0,2 0 16 0,7 0 0 0,0 0-256 15,4 0-64-15,-2 0 0 0,-2-1 0 0,-5 0-96 16,-5 0-32-16,-1 1 0 16,-2 1 0-16,-2 1 112 0,-1 0 16 0,1 1 0 0,4 0 0 15,3 0 192-15,4-1 64 0,3 0 0 0,1 1 0 16,1-1-256-16,1-2-64 0,-2-1 0 0,-1-2 0 0,-2 1-48 15,1 1-16-15,7-1 0 0,8-1 0 0,7-1-304 16,7-2-64-16,-6-1-16 0,-8-2 0 0,0 1 256 16,0 1 0-16,7 0 0 0,8 0 0 0,2 0 0 15,-4 1-144-15,-6 2 144 0,-7 3-128 0,2 4 128 16,5 2-128-16,5 2 128 0,4 2-128 0,-6 0 0 16,-5 0 0-16,-3 2 0 0,-1 2 0 0,10-1 128 31,14-1-128-31,-2 0 128 0,-6-1-128 0,-5 1-368 31,-3 1-64-31,10-1-16 0,109 17-12976 0</inkml:trace>
  <inkml:trace contextRef="#ctx0" brushRef="#br0" timeOffset="102142.63">5209 13757 28671 0,'13'-4'0'0,"-3"2"0"0,31 2-11472 16</inkml:trace>
  <inkml:trace contextRef="#ctx0" brushRef="#br0" timeOffset="102933.03">4391 15209 24831 0,'0'0'0'0,"7"3"0"0,3 0 0 0,3 1 256 15,4 0 48-15,3 2 16 0,4 1 0 0,12 0-320 16,10-1-144-16,5-2 16 0,3 0 0 0,-3-2-160 31,-5-3-32-31,2 0 0 0,6 0 0 0,9-2-192 0,12-3-64 0,-5-2 0 0,-9-2 0 0,3-2 576 16,7-3 0-16,7 0 0 0,9 0 0 15,-6 1 144-15,-4 0-144 0,14 1 128 0,15 2-128 16,-8 2 496-16,-11 0 16 0,10 2 0 0,13 0 0 0,-14 2-160 31,-14 1-32-31,6 0 0 0,10-1 0 0,-6 0-656 0,-7 1-144 0,-4-3-32 0,-1-1 0 0,0-1 512 16,2-1 320-16,-13 0-64 0,-11-1 0 0,-4 0 256 16,-3-2 64-16,1-3 0 0,1-3 0 0,-5-7-208 15,-4-8-48-15,-7-4 0 0,-9-4 0 0,-7 2-320 31,-4 2 0-31,-9 3 0 0,-3 3 0 0,-7-1-336 16,-1-3-144-16,-8-9-32 0,-8-9 0 0,-8-5-144 0,-12 0-48 16,-6 8 0-16,-4 9 0 0,1 5-400 0,3 2-96 0,-5 2-16 0,-4 2 0 0,-10-2 720 0,-8-3 144 0,4 3 32 0,8 3 0 0,-2 2 448 15,-2 1 112-15,-7 5 16 0,-4 5 0 0,6 5 144 16,8 4 48-16,0 1 0 0,2 1 0 0,-8 4 0 16,-9 2 0-16,6 5 0 15,11 4 0-15,0 1 48 0,1 0 16 16,-6 6 0-16,-6 6 0 0,4 5-112 0,5 4-16 15,10 2 0-15,9 1 0 0,-4-2 64 0,0-3 0 0,-3 0 0 0,1 0 0 16,4 5 48-16,3 7 16 0,7 7 0 16,7 7 0-16,6-1-112 0,9-3-16 0,4-7 0 0,5-7 0 0,3 2 368 15,3 3 64-15,5 8 16 0,6 9 0 0,7-1 0 16,7-4 0-16,6-9 0 0,4-9 0 0,5-4-160 16,1-3-32-16,0-2 0 0,-1 0 0 0,9-1-256 15,10 0-48-15,6 1-16 0,4 0 0 0,-6-2 0 16,-7-4 0-16,8-2 0 0,9-2 0 0,1-4-320 31,0-6-240-31,-9-3 48 0,-10-1 0 0,11-5-1280 31,8-4-256-31,-3-4-64 0,72-54-13200 0</inkml:trace>
  <inkml:trace contextRef="#ctx0" brushRef="#br0" timeOffset="105814.39">3946 16548 19199 0,'82'7'0'0,"-8"-4"0"0,24-1 0 0,6 0 192 0,0 1 64 0,6-2 0 0,9-2 0 0,12 1 96 15,15 1 32-15,-2-1 0 0,-6-2 0 0,5-4-384 16,8-4 0-16,4-3 0 0,6-3-128 15,5 1 128-15,5 0 0 0,-1 1 0 0,-1 1 0 0,-6 1 0 16,-2 0 0-16,-4 3 0 0,-8 2 0 0,4 3 480 16,6 4 128-16,2 2 32 0,-4 3 0 0,-9 4 144 15,-8 3 48-15,-13 3 0 0,-8 1 0 0,-8 5-64 16,-1 2 0-16,-13-2 0 0,-11-3 0 0,-18 0-96 16,-16-1-32-16,-11-2 0 0,-8-2 0 0,-10-1-192 15,-8 0-64-15,-7-1 0 0,-6-1 0 0,-7 2-384 16,-8 2 0-16,-7 1-224 0,-6 0 80 0,-22-2 272 15,-22-1 48-15,-10-1 16 0,-6 0 0 0,-19-4 96 16,-23-5 32-16,-5-3 0 0,2-2 0 0,-10-1 96 16,-10-2 32-16,-5 1 0 0,-8 0 0 0,-8 1-256 0,-9 1-64 15,-1 1 0-15,0 1 0 0,3-1-128 0,0 0 0 16,14 1 0-16,14 0-176 0,8 1 304 0,7 3 48 0,0 0 16 0,-2 0 0 16,25 0-192-16,24 0-176 0,7 0 48 15,5 0 0-15,13 0 128 0,11-1 0 0,16 0 0 0,14 0 0 16,8-1 0-1,15-1 0-15,10 1 0 16,17 1 0-16,19 2-960 0,17 1-144 0,22-2-48 16,22-4 0-16,21-2-704 15,22-1-160-15,23 4-32 16,408-52-9408-16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529" units="cm"/>
          <inkml:channel name="Y" type="integer" max="19019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999.96497" units="1/cm"/>
          <inkml:channelProperty channel="Y" name="resolution" value="999.9474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0-27T13:23:37.7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8359 3553 16895 0,'-28'-17'0'0,"7"5"0"0,-4-2 0 0,-2 0 256 16,-3 0 48-16,4 1 16 0,1 1 0 0,0 1 0 16,4 1 0-16,0 3 0 0,6 2 0 0,-1 3 656 15,1 1 144-15,1 5 32 0,2 4 0 0,-3 7 0 16,0 6 0-16,-3 5 0 0,0 2 0 0,0 1-768 15,2-1-160-15,1 0-32 0,2-2 0 0,3 2-192 32,3 2 0-32,1 3 0 0,4 0 0 0,2-2-320 15,2-4-96-15,1-5-32 0,2-4 0 0,2-4-144 0,1-4-48 0,5-5 0 0,2-5 0 0,3-5 640 32,3-7 0-32,1-3 0 0,1-4 0 0,3-4-272 0,3-4-144 0,6 0-32 15,5 2 0-15,6 4-48 0,7 4-16 0,-5 3 0 0,-4 3 0 0,-3 1 320 0,-3 1 48 0,0 1 16 0,1 1 0 0,9 1 128 16,7 1 0-16,0 4 128 0,0 3-128 0,-6 4 0 15,-5 5 0-15,-1 2 0 16,-3 1-128-16,6 9 448 0,6 8 112 0,4 9 16 0,-2 8 0 0,-3-1 0 16,-7-3 0-16,-3-6 0 0,2-5 0 0,5-4 48 15,10-6 16-15,1-4 0 0,4-3 0 16,-6-3-320-16,-6-3-48 0,7-6-16 0,6-7 0 16,8-4 208-16,8-3 48 0,-6-4 0 15,-9-5 0-15,11-5-112 0,11-6-16 0,-5-8 0 0,-8-9 0 0,0-3-256 16,-2-2 160-16,5 8-160 0,6 9 128 0,-9 4 0 15,-10 4 0-15,-6 3 0 0,-4 4 0 0,7 3-128 16,6 2 0-16,-6 3 0 0,-4 2-176 16,-9 5-16-16,-7 5 0 0,-4 5 0 0,-1 4 0 0,1 3-48 15,2 3-16-15,2 2 0 0,-1 0 0 0,-1 5 576 16,0 4 96-16,-4 6 32 0,-2 6 0 0,-4 2 512 16,1 1 96-16,3-6 32 0,6-6 0 0,9-6-768 15,13-7-160-15,-3-6-32 0,-1-7 0 0,-4-5 320 16,-7-4 48-16,5-4 16 0,3-4 0 0,2-5-160 15,5-6-32-15,-9-2 0 0,-6-1 0 0,-8 2-320 32,-7 0 0-32,-4 2 0 0,-4 0-128 0,-4 2-928 15,-3 1-176-15,-3 2-48 0,-1 0 0 0,-4 2-304 16,-2 2-64-16,-2 2-16 0,-1 2 0 0,0 4-864 16,4 4-176-16,3-1-48 0,4-3-5040 0</inkml:trace>
  <inkml:trace contextRef="#ctx0" brushRef="#br0" timeOffset="775.68">15729 3568 17407 0,'13'18'0'0,"-4"-5"0"0,-1 2 0 0,2-1-320 15,3-2-48-15,1-2-16 0,1-1 0 0,7-1 208 0,4-1 48 0,3 0 0 0,4-2 0 16,0-1 608-16,2-1 128 0,-3-1 32 0,-4 0 0 0,0-2 704 15,-1-1 160-15,2-2 32 0,4-3 0 0,11 0-160 16,8-1-32-16,2 1 0 16,1 1 0-16,-6 0-960 0,-5 0-208 0,-3 1-48 0,-3 0 0 15,5 1-128-15,3 1 0 0,-2 4 0 16,0 2 0-16,-4 4 0 0,-4 3-272 16,-2 5 64-16,-8 4 16 0,-3 6 512 0,-3 6 96 0,-2 2 32 0,-2 0 0 0,2 1-256 15,0-1-64-15,2-4 0 0,3-6 0 0,5-5-128 16,5-4-176-16,5-3 48 0,1-4 0 0,2-4 352 15,2-4 80-15,-2-3 16 0,-3-4 0 0,9-6 0 16,14-4 0-16,7-10 0 0,6-10 0 0,-5-7-320 16,-5-5-144-16,10 4 16 0,10 6 0 0,-5 4-64 15,-5 3 0-15,-7 2 0 0,-8 0 0 0,1 1 192 16,5 0 0-16,-6 7 128 0,-5 7-128 0,-10 8 0 16,-8 7-128-16,-6 5 0 0,-6 5 0 0,-5 5 128 15,-5 3 176-15,1 2-48 0,-2 0 0 16,-1 3 160-16,-1 2 32 0,1 2 0 0,-1 1 0 0,2 5-320 15,4 4 0-15,3-2 0 0,4-4-144 0,5-4 144 16,6-5 0-16,2-5 128 0,3-7-128 0,-1-5 320 16,-1-5 0-16,5-3 0 0,4-3 0 0,8-5-320 31,10-5-240-31,-4-2 48 0,-5-2 0 0,-4-3-1536 0,-3-2-320 16,8 1-48-16,12 2-16 0,-1 4-1632 15,-1 3-336-15,-1 0-64 0,-1-2-2032 0</inkml:trace>
  <inkml:trace contextRef="#ctx0" brushRef="#br0" timeOffset="156838.81">9767 6822 10495 0,'0'0'0'0,"0"0"0"16,0 0 0-16,0 0 144 0,0 0 48 0,0 0 0 0,0 0 0 0,0 0 256 16,0 0 48-16,0 0 16 0,0 0 0 0,7-1-112 15,-1 0-16-15,-6 1 0 0,9 0 0 0,-1 0 64 16,0-1 0-16,2 1 0 0,-2 0 0 0,3 0-448 16,1-1 0-16,0 1-224 0,1-1 80 0,1 1 144 15,1 0 0-15,2 0 128 0,2 0-128 0,1 0 224 16,1 0-32-16,0 0 0 0,-3 0 0 0,2 1-192 15,1 1 0-15,1 0 0 0,-1-1 0 0,0 1 192 16,4 0 0-16,4 0 0 0,3 0 0 0,2 0-192 16,4 0 144-16,0 0-144 0,-1-1 128 0,-2 1-128 15,-2 0 0-15,-2 0 0 0,-3-1-176 0,2 1 176 16,-1 0 176-16,4 0-48 0,4-2 0 0,3 1 208 16,2 1 48-16,1 0 0 0,-4 0 0 0,-1 1-256 15,-5 0-128-15,0 2 128 0,-4 0-128 0,4-1 0 16,8-1 0-16,2 0 0 0,6 0 0 0,-1 0 128 15,1 1-128-15,-3 0 128 0,-4-1-128 0,-1-1 0 16,2-1 0-16,3 0 0 0,5-1 0 0,1 2 0 0,1 0 0 0,-5 0 0 0,-6 1-128 0,-4-2 128 16,0-2 0-16,1-1 128 0,6 0-128 0,2 0 0 15,5 1 0-15,-3 1 0 16,-3 0 0-16,-3 0 0 0,-4-2 0 16,-2-1 0-16,0-1 0 0,3-2 128 0,4 0-128 0,2 0 128 15,0-1-128-15,-5 1 0 0,-1 0 0 0,-6 0 0 0,-4 0 0 16,-3-1 176-16,-4-1-48 0,2 0 0 0,-1-1 0 0,2-1 0 15,1-1 0-15,-1-1 0 0,2-2 0 16,0-2 0-16,-2-1 0 0,0-1 0 0,-1-1 0 0,-4 0-128 16,-1 1 0-16,-3 1 0 0,-3 1 0 0,0 2 0 15,-3 0 0-15,0 1 0 0,-1 1 0 0,-1 1 0 16,-1 1 128-16,-2 0-128 0,1 1 128 0,-1 0-128 16,-2 1-176-16,-1 0 48 0,-1 0 0 0,-1-1 128 15,1-3-128-15,-2 2 128 0,-2 1-128 0,-1 0 0 16,1-3 0-16,-2 3 0 0,-3 0 0 0,-1 1-64 15,-1 0 0-15,-4 1 0 0,-1 0 0 0,-4 1-144 16,-4 0-48-16,-3 1 0 0,-6 1 0 0,-5 0 384 16,-2-1 240-16,2 1-48 0,0 0 0 0,3 0-192 15,0 0 0-15,2 1 0 0,-2 0 0 0,-3 0 144 16,-7-1-16-16,-2 0 0 0,-2 0 0 0,-1 0-128 16,4-1 128-16,3 0-128 0,4-1 128 0,1 0-128 15,-3-2 0-15,-6 0 0 0,-4 0 0 0,-5 1 128 16,0 1 0-16,2 2 0 0,6 1 0 0,0-2 64 15,-3-4 0-15,-7 1 0 0,-8 1 0 0,-2 3-368 16,4 1-64-16,3-1-16 0,4-2 0 0,-7-1 256 16,-8-1 0-16,1 3 0 0,3 4 160 0,6 0-160 0,5-2 0 0,0 0 0 0,-5-2 0 0,1 3 0 15,-3 2 0-15,6 4 0 0,8 3 0 0,5 0 0 16,5-2 128-16,0 0-128 0,0 0 128 0,-3 2 160 16,-3 3 32-16,-2 3 0 0,0 3 0 0,5 2-320 15,1 1 0-15,4-1 0 0,4-3 0 0,0 2 0 16,1 0-144-16,-2-1 16 0,0-1 0 0,-5-1 128 15,0 0 176-15,2 0-48 16,1 1 0-16,4 0-128 0,3-2 128 0,5-1-128 0,3-1 128 0,2-2-128 16,0-1 0-16,2-1 0 0,-1 0-176 0,1-1 48 15,0-2 0-15,-1 0 0 16,2-1 0-16,2 0 256 0,0 1 48 0,2 0 16 0,1 0 0 0,1 0-192 16,1 0-176-16,3 1 48 0,5-5 0 0,-6 8 0 15,1-1 0-15,3 1 0 0,2-8 0 0,-3 10 128 16,3-1-128-16,3 0 128 0,-1 0-128 0,3 1 128 15,0 1 0-15,1 0 128 0,4 0-128 0,0 1 224 16,3 0-32-16,0-1 0 0,0-1 0 0,1 0-192 16,0 0 144-16,1 0-144 0,2-1 128 0,-1 0 64 15,2 0 0-15,3 0 0 0,2-1 0 0,5 0-192 16,5-1 0-16,2 0 0 0,2-1 0 0,-2-1 0 16,1-1 0-16,-2 0 0 0,-3-2 0 0,-5 0 0 15,-1 0 0-15,-4 0 0 0,-1 0 0 0,0 0 0 16,1 0 0-16,0 1 0 0,1-1 0 0,-1 0 128 31,1-1 0-31,-3 1 0 0,1-1 0 0,-2 0-704 0,-2-1-160 0,-1 1-32 0,-2 1 0 0,-3-1-1072 16,-2-2-208-1,-8 1-64-15,0 0-4160 0</inkml:trace>
  <inkml:trace contextRef="#ctx0" brushRef="#br0" timeOffset="159765.94">13872 6827 5375 0,'11'2'0'0,"-4"0"0"0,1 1 0 0,0 0 352 16,-1 0 80-16,-7-3 16 0,8 2 0 0,-8-2-208 15,8 4-48-15,-8-4 0 0,0 0 0 0,0 0 464 16,5 4 96-16,-5-4 16 0,0 0 0 0,0 0-64 16,0 0 0-16,0 0 0 0,0 0 0 0,5 7-352 15,-1-1-80-15,-4-6-16 0,3 8 0 0,-3-8-96 16,3 6-32-16,-3-6 0 0,5 6 0 0,2-1 64 16,1-1 0-16,0-1 0 0,0-1 0 0,0 0 96 15,4 0 32-15,1 0 0 0,0-2 0 0,2 2-64 16,0 0 0-16,1 0 0 0,2 0 0 0,0 0-48 15,-1-1-16-15,2-1 0 0,1-1 0 0,6 0 64 16,4 0 0-16,4 1 0 0,4 0 0 0,4 0-256 16,1 1 0-16,-2 0 0 0,-5 0 0 0,2-1 192 15,0-1 0-15,6 0 0 0,5-1 0 0,7 0-48 0,5 1-16 16,-3 2 0-16,-6 1 0 0,2-2-128 16,1-2 0-16,5 1 0 0,7 1-176 0,-1 1 176 0,-2 1 0 0,-4-1 128 0,-2-3-128 0,6 1 0 15,10 1 0 1,-3 1 0-16,-5 1 0 0,-5 0 0 0,0-2 0 0,4 0 0 15,6 1 0-15,0 2 384 0,-4 1 0 0,-3-1 0 0,-2-3 0 0,8 1-384 16,11 0 0-16,-4 2 0 0,-6 1 0 16,-1-2 128-16,-1-3-128 0,5 0 128 0,5 1-128 0,-7 1 128 15,-5-1-128-15,-4-1 128 0,-1-3-128 0,5 0 128 16,5 0-128-16,-7 1 128 16,-8 1-128-16,-3-1 128 0,-1-3-128 0,1-1 128 0,4-2-128 0,-2 0 0 15,2 0 0-15,-9-1 0 0,-5-2 0 16,-7-2 0-16,-5-2 0 0,-2-1 0 0,-1-1 0 0,-4 0 224 15,1-2-32-15,-3 0 0 0,-3 0 0 0,-3 1 0 16,-3 1 0-16,-4 2 0 0,-2 1 0 0,-3 1-192 16,-1 1 0-16,-6 2 0 0,0 1-160 0,-6 0 288 15,-2 1 48-15,-3 1 16 0,-2 1 0 0,-6 1-368 16,0 0-64-16,-2 2-16 0,0 0 0 0,-2 0 256 16,-1-1 0-16,-4 0 0 0,-1-1 160 0,-8 1-160 15,-7 0 0-15,-2 1 0 0,-3 1 0 0,5 0 0 16,1-2 0-16,-1 0 0 0,-2-1 0 0,-11-1 128 15,-8-1 0-15,-1 1 0 0,4 0 0 0,-1 0-128 16,0 1-176-16,-10 0 48 0,-11 0 0 0,3-1 128 16,6-1-128-16,-8 1 128 0,-10 0-128 0,1-1 128 15,2 0 176-15,-6 1-48 0,-7 1 0 0,1 0-128 16,6 0-176-16,-4 0 48 0,-8 1 0 0,4 1 128 16,12 0 0-16,-3 1 0 0,0 1 0 0,4 0 0 0,9 1 0 0,5 0 128 0,4 1-128 15,-5 1 176-15,-4 1-48 0,9 1 0 0,12 1 0 0,-3 2 0 16,-4 1 0-16,-1 1 0 15,-4-1 0-15,6 3-128 0,9 1 0 16,-3 1 0-16,-1 0 0 0,-3 2 0 0,-5 0 0 0,8 2 0 0,9 0-176 0,4-2 176 16,5-4 0-16,-2-1 128 0,-1-1-128 0,1 2 0 15,3 1 0-15,6 2 0 0,6 1 0 0,5 3 128 16,4 3-128-16,4 1 128 0,7 1-128 0,1 1 0 16,2 0-240-16,2 0 48 0,5-1 0 0,3-1 0 15,0 0 0-15,3-2 0 16,2-2 0-16,5-1 192 0,3-1 160 0,5-1-32 0,7-2 0 0,4-2-128 15,6-3 0-15,4 0 0 0,4 0-176 0,-2 0 304 16,0-1 48-16,0-2 16 0,1-3 0 0,6 0 48 16,11-1 16-16,4 2 0 0,2 1 0 0,-4-1-256 31,-7 0-160-31,2-2 32 0,3-2 0 0,5 1-768 16,5 1-160-16,-7 0-32 0,-6 0 0 15,-4-1-304-15,-1 0-64 0,5-1-16 0,6 0-5952 0</inkml:trace>
  <inkml:trace contextRef="#ctx0" brushRef="#br0" timeOffset="-166770.39">9941 9771 12799 0,'0'0'0'0,"0"0"0"0,0 0 0 0,7 3 192 0,-1 1 64 0,1 0 0 0,0 0 0 0,-7-4-256 15,6 2-256-15,-6-2 48 0,0 0 16 16,8 2 352-16,-8-2 80 0,8 0 16 0,-8 0 0 0,0 0 400 16,0 0 96-16,7-1 16 0,-7 1 0 0,0 0 0 15,0 0 0-15,0 0 0 0,6 1 0 0,-6-1-256 16,8 1-64-16,-8-1 0 0,7 3 0 0,-1 0-192 15,1 0-64-15,0 0 0 0,-1 0 0 0,2 1-48 16,0 0-16-16,-1 0 0 0,-7-4 0 0,8 4 0 16,2 0 0-16,0 0 0 0,0-1 0 0,1 0 208 15,2-1 48-15,2 0 0 0,2 0 0 0,4 0-112 16,2 0-16-16,5 0 0 0,2 0 0 0,2 0-96 16,5 0-32-16,-5 1 0 0,0 0 0 0,-3-2-128 15,-1-2 0-15,0-2 0 0,0-3 0 0,6 0 128 16,4 1 0-16,4 1 0 0,1 2 0 0,0 1-128 15,-1 2-176-15,-6 2 48 0,-1 1 0 0,-5-1 128 16,-3-2 0-16,3-1 128 0,1-1-128 0,4 0 0 16,4 1 0-16,2 1 0 0,3 1-128 0,-4 1 256 15,-2 0 48-15,-4 0 16 0,-5 0 0 0,-1-3 96 16,-2-4 32-16,-1-2 0 0,4-1 0 0,1 1 96 0,3 2 32 16,1 0 0-16,3 0 0 0,-1 1-112 15,0 1-16-15,-3 0 0 0,-4 0 0 0,-4 1-320 16,-4 1 0-16,1-3 0 0,-3-3-128 0,1 0 128 0,-2 2 0 15,0-2 128-15,2-1-128 0,0 0 0 0,1 1 0 16,0-1 0-16,0-2 0 0,-3 1 320 0,2 0 0 0,-4-1 0 0,-1-3 0 0,-2 0-192 16,-1 0-128-16,-4-1 128 0,-2-2-128 0,-4-2 176 15,-4-2-48-15,-3-1 0 0,-3-1 0 16,-2-1-304-16,-3-1-64 0,-3 2-16 16,-2 1 0-16,-2 2 256 0,-1 1 0 0,-2 4 0 0,2 3 0 15,-2 2-192-15,0 1 0 16,2 0 0-16,-1 0 0 0,-1 0 48 0,-1 0 16 0,-6 0 0 0,-3 0 0 0,-5 1 128 15,-6 1-128-15,0 2 128 0,1 1-128 0,0 1 128 16,4-1 0-16,1 0 128 0,2-1-128 0,-8 0 0 16,-10 1 0-16,-2 0 0 0,-1-1 0 0,3 3 0 15,4 2 0-15,3-2 0 0,-1-1 0 0,-5 0 0 16,-7 0 0-16,-1 3 0 0,4 1 0 0,3 0 0 16,6 0 0-16,4-1 0 0,1 0-128 0,-6 1 128 15,-4 1 0-15,-1 2 0 0,5 0 0 0,5 2-128 16,4 2 0-16,7 0 0 0,2 0 0 0,3 2 256 15,0 1 48-15,0 4 16 0,-3 2 0 0,-3 3-192 16,1 2 0-16,1 0 0 0,2-1 0 0,4-1 0 16,3-2-176-16,3-2 48 0,4-4 0 0,3-1 128 15,4-1 0-15,3-2 0 0,-1-1 0 0,4-1-192 16,3-8 0-16,0 8 0 0,0-8 0 0,5 9 192 16,1 0 0-16,3-1 0 0,0-2 0 0,5 0 0 15,4-1 0-15,1 0 0 0,4-1 0 0,0 1 0 16,2 1 0-16,1 0 0 0,-1-1 0 0,0 1-192 31,-3 1 0-31,-4 1 0 0,0 1 0 0,0 0-304 0,0-2-64 0,-3 0-16 0,0-1 0 0,-1-1-656 16,-2 0-144-16,3 1-32 0,-2-1 0 0,3 2-912 15,-1 1-192-15,7-1-48 0,5-1-3584 0</inkml:trace>
  <inkml:trace contextRef="#ctx0" brushRef="#br0" timeOffset="-162737.18">14449 10169 16127 0,'0'0'0'0,"0"0"0"0,7 0 0 0,-7 0 144 15,7 3 48-15,-7-3 0 0,0 0 0 0,8 3-192 16,-2-1 128-16,-6-2-128 0,9 2 128 0,-9-2-128 16,6 2 128-16,-6-2-128 0,0 0 128 0,8 2 256 15,0-1 64-15,-8-1 0 0,7 2 0 0,-7-2-64 16,8 3 0-16,2 0 0 0,-2 0 0 0,2 0-96 15,3 0-32-15,1 0 0 0,2 0 0 0,4 1-256 16,4 0 0-16,3 1 0 0,2 0-144 0,2 1 464 16,2 0 112-16,0 1 16 0,-5 0 0 0,0 0-320 15,-3 0-128-15,-1-2 128 0,-1-3-128 0,0-3 384 16,4-2 0-16,5 0 0 0,5-1 0 0,4 1-48 0,4 0-16 0,-1 1 0 0,-1 1 0 0,-7 0-320 16,-3 0 0-16,-4-2 0 0,1-3-128 15,3 0 128-15,5 0 176 0,4 1-48 16,3 2 0-16,1 1 320 15,1 0 48-15,-6 1 16 0,-5 0 0 0,-3-1-368 0,-1-1-144 0,-2-1 128 0,1 0-128 0,4 0 192 16,3-2-64-16,1 2 0 16,-1 1 0-16,-1 0 112 0,-2-1 16 0,-5 1 0 0,-4 1 0 0,-2-1-256 15,1-1 0-15,1-1 0 0,-1-1 0 0,7 0 0 16,1 0 144-16,2 0-144 0,1 0 128 16,0 1-128-16,0 0 0 0,-3 1 0 15,-4 0-176-15,-4 0 176 0,-4-1 0 0,-1 0 0 0,-2-1 0 0,-3 2 0 16,-2 0 176-16,-1 0-48 0,-1 0 0 0,-1-2 0 15,0-2 0-15,-2 0 0 0,2 0 0 16,-4 0 64-16,-1-1 0 0,-3-1 0 0,1 0 0 0,-3-1-192 16,0-2 0-16,-3 0 0 0,1-1-176 0,-1 1 176 15,-4-1 0-15,1 0 128 0,-1-1-128 0,-1 2 0 16,-2 2 0-16,2 1 0 0,-2-1-128 0,0 1 128 16,-3 0 0-16,0 0 0 0,2 0 0 0,-4 1 0 15,-5 0-128-15,-1 0 128 0,-4 1-128 0,-3 1 0 16,-5 1 0-16,-3 1 0 0,0 0 0 0,-2 2-160 15,4 2-32-15,1-1 0 0,1-2 0 0,-3 1 160 16,-1 2 32-16,-5 0 0 0,-5 1 0 16,-5 0 128-16,-3 0-128 0,3 3 128 0,5 3-128 0,2-3 0 15,1-5 0-15,-6 1 0 0,-6 1 0 0,-5 1 128 16,-2 1 0-16,6 1 128 0,10 0-128 0,0-2 0 16,-3-2 0-16,-5 1 0 0,-5 2-128 0,1 1 128 0,1 1 0 0,7 2 128 0,6-1-128 15,0-1 0-15,-2-3 0 0,-3 1 0 0,1 0-128 16,-1 2 128-16,0 1 0 0,6 2 128 0,5 1-128 15,6-1 0-15,4-2 0 0,1-2 0 16,4-2 0-16,-3 0 128 0,1 0-128 16,-3 2 128-16,-1 2-128 0,1 0 0 0,2 0-128 0,0 2 0 15,1 1 0-15,4 1 128 0,5 0 0 0,-1 2 128 0,4 2-128 0,3 1 0 16,0 0-128-16,2 1 0 0,3 0 0 0,0 0-64 16,4 1 0-16,1 0 0 0,1-1 0 0,4 0 192 15,5-1 0-15,3-1 0 0,5-2 0 0,7-1 320 16,6-1 112-16,2-1 16 0,4-2 0 0,-1 1-64 15,-3 0 0-15,0 0 0 0,-5 1 0 0,1-3-384 32,-2-2 0-32,1-1-224 0,1 0 80 0,4-1-240 15,5-1-64-15,-2 0 0 0,0 0 0 16,-3 1-144 0,-2 0-48-16,-3 1 0 0,20-4-10176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otes Placeholder 7"/>
          <p:cNvSpPr>
            <a:spLocks noGrp="1"/>
          </p:cNvSpPr>
          <p:nvPr>
            <p:ph type="body" sz="quarter" idx="3"/>
          </p:nvPr>
        </p:nvSpPr>
        <p:spPr>
          <a:xfrm>
            <a:off x="701362" y="4416510"/>
            <a:ext cx="5607679" cy="4181623"/>
          </a:xfrm>
          <a:prstGeom prst="rect">
            <a:avLst/>
          </a:prstGeom>
        </p:spPr>
        <p:txBody>
          <a:bodyPr vert="horz" lIns="92447" tIns="46226" rIns="92447" bIns="4622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2688" y="698500"/>
            <a:ext cx="4645025" cy="3484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7" tIns="46226" rIns="92447" bIns="46226" rtlCol="0" anchor="ctr"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49955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63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66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37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410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21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60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72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408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21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82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29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46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19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4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521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254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880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72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921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22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23812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b="1" baseline="0" smtClean="0">
                <a:latin typeface="Cambria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4648200"/>
            <a:ext cx="4724400" cy="1143000"/>
          </a:xfrm>
        </p:spPr>
        <p:txBody>
          <a:bodyPr/>
          <a:lstStyle>
            <a:lvl1pPr marL="0" indent="0" algn="l">
              <a:buFontTx/>
              <a:buNone/>
              <a:defRPr>
                <a:solidFill>
                  <a:srgbClr val="5587BF"/>
                </a:solidFill>
                <a:latin typeface="Cambria" pitchFamily="18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893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533400"/>
            <a:ext cx="70104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EC952D-5DBA-4470-9E38-D0DBB34020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7543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4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04800"/>
            <a:ext cx="65532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6F99F55-37E6-478D-8B5C-78DE015A89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9623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04800"/>
            <a:ext cx="7391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AF6FDDB-663A-4886-B514-B2E7CBD470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7812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04800"/>
            <a:ext cx="7315200" cy="1143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018A7A8-3612-4698-BF5C-27DC3430E4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8939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A50976B-3530-4A38-9039-A1F14DBE6A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0403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04800"/>
            <a:ext cx="7162800" cy="116205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1400" y="1981200"/>
            <a:ext cx="5111750" cy="45577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9050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1D23F2-5505-49E0-8A6B-5227349037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3312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A0DFBCA-59DC-4D34-9219-ABB1A1B803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8341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04800"/>
            <a:ext cx="73152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465163-F7E6-42FB-9281-094CAB31D5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2714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4CD93D0-A74A-4199-83A6-5D25856D9C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2603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04800"/>
            <a:ext cx="73152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EA52D0-A64C-488D-B10A-1F939629F4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549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057400"/>
            <a:ext cx="82296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Title Placeholder 12"/>
          <p:cNvSpPr>
            <a:spLocks noGrp="1"/>
          </p:cNvSpPr>
          <p:nvPr>
            <p:ph type="title"/>
          </p:nvPr>
        </p:nvSpPr>
        <p:spPr bwMode="auto">
          <a:xfrm>
            <a:off x="1600200" y="609600"/>
            <a:ext cx="7239000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pic>
        <p:nvPicPr>
          <p:cNvPr id="1028" name="Picture 7" descr="Simon Logo NEW Color 4.08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88" t="-7001" r="77487"/>
          <a:stretch>
            <a:fillRect/>
          </a:stretch>
        </p:blipFill>
        <p:spPr bwMode="auto">
          <a:xfrm>
            <a:off x="457200" y="609600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29" name="Straight Connector 8"/>
          <p:cNvCxnSpPr>
            <a:cxnSpLocks noChangeShapeType="1"/>
          </p:cNvCxnSpPr>
          <p:nvPr/>
        </p:nvCxnSpPr>
        <p:spPr bwMode="auto">
          <a:xfrm rot="5400000">
            <a:off x="1029494" y="1027906"/>
            <a:ext cx="990600" cy="1588"/>
          </a:xfrm>
          <a:prstGeom prst="line">
            <a:avLst/>
          </a:prstGeom>
          <a:noFill/>
          <a:ln w="254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013575" y="6242050"/>
            <a:ext cx="2130425" cy="4746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>
                <a:latin typeface="Cambria" pitchFamily="18" charset="0"/>
              </a:defRPr>
            </a:lvl1pPr>
          </a:lstStyle>
          <a:p>
            <a:fld id="{B083A3BC-DFFC-4769-BF8D-7FE03BAB083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89" r:id="rId1"/>
    <p:sldLayoutId id="2147484379" r:id="rId2"/>
    <p:sldLayoutId id="2147484390" r:id="rId3"/>
    <p:sldLayoutId id="2147484380" r:id="rId4"/>
    <p:sldLayoutId id="2147484381" r:id="rId5"/>
    <p:sldLayoutId id="2147484382" r:id="rId6"/>
    <p:sldLayoutId id="2147484383" r:id="rId7"/>
    <p:sldLayoutId id="2147484384" r:id="rId8"/>
    <p:sldLayoutId id="2147484385" r:id="rId9"/>
    <p:sldLayoutId id="2147484386" r:id="rId10"/>
    <p:sldLayoutId id="2147484387" r:id="rId11"/>
    <p:sldLayoutId id="2147484388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latin typeface="Cambria" pitchFamily="18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latin typeface="Cambr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latin typeface="Cambr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latin typeface="Cambr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latin typeface="Cambria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000066"/>
          </a:solidFill>
          <a:latin typeface="Cambria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Font typeface="Wingdings" pitchFamily="2" charset="2"/>
        <a:buChar char="§"/>
        <a:defRPr sz="2000">
          <a:solidFill>
            <a:srgbClr val="000066"/>
          </a:solidFill>
          <a:latin typeface="Cambria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72BFC5"/>
        </a:buClr>
        <a:buChar char="•"/>
        <a:defRPr>
          <a:solidFill>
            <a:srgbClr val="000066"/>
          </a:solidFill>
          <a:latin typeface="Cambria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7030A0"/>
        </a:buClr>
        <a:buFont typeface="Wingdings" pitchFamily="2" charset="2"/>
        <a:buChar char="§"/>
        <a:defRPr sz="1600">
          <a:solidFill>
            <a:srgbClr val="000066"/>
          </a:solidFill>
          <a:latin typeface="Cambria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B050"/>
        </a:buClr>
        <a:buSzPct val="85000"/>
        <a:buFont typeface="Arial" charset="0"/>
        <a:buChar char="•"/>
        <a:defRPr sz="1600">
          <a:solidFill>
            <a:srgbClr val="000066"/>
          </a:solidFill>
          <a:latin typeface="Cambria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20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10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1.bin"/><Relationship Id="rId15" Type="http://schemas.openxmlformats.org/officeDocument/2006/relationships/image" Target="../media/image11.wmf"/><Relationship Id="rId10" Type="http://schemas.openxmlformats.org/officeDocument/2006/relationships/image" Target="../media/image10.png"/><Relationship Id="rId4" Type="http://schemas.openxmlformats.org/officeDocument/2006/relationships/image" Target="../media/image10.png"/><Relationship Id="rId9" Type="http://schemas.openxmlformats.org/officeDocument/2006/relationships/image" Target="../media/image90.png"/><Relationship Id="rId1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19.wmf"/><Relationship Id="rId3" Type="http://schemas.openxmlformats.org/officeDocument/2006/relationships/oleObject" Target="../embeddings/oleObject4.bin"/><Relationship Id="rId21" Type="http://schemas.openxmlformats.org/officeDocument/2006/relationships/customXml" Target="../ink/ink8.xml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1.bin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8.wmf"/><Relationship Id="rId20" Type="http://schemas.openxmlformats.org/officeDocument/2006/relationships/image" Target="../media/image2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23" Type="http://schemas.openxmlformats.org/officeDocument/2006/relationships/image" Target="../media/image26.png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12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image" Target="../media/image30.png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4.bin"/><Relationship Id="rId12" Type="http://schemas.openxmlformats.org/officeDocument/2006/relationships/customXml" Target="../ink/ink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3.wmf"/><Relationship Id="rId10" Type="http://schemas.openxmlformats.org/officeDocument/2006/relationships/oleObject" Target="../embeddings/oleObject15.bin"/><Relationship Id="rId4" Type="http://schemas.openxmlformats.org/officeDocument/2006/relationships/image" Target="../media/image21.wmf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customXml" Target="../ink/ink10.xml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7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5.png"/><Relationship Id="rId4" Type="http://schemas.openxmlformats.org/officeDocument/2006/relationships/image" Target="../media/image24.wmf"/><Relationship Id="rId1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oleObject" Target="../embeddings/oleObject20.bin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wmf"/><Relationship Id="rId11" Type="http://schemas.openxmlformats.org/officeDocument/2006/relationships/customXml" Target="../ink/ink11.xml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30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7" Type="http://schemas.openxmlformats.org/officeDocument/2006/relationships/customXml" Target="../ink/ink1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customXml" Target="../ink/ink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7" Type="http://schemas.openxmlformats.org/officeDocument/2006/relationships/customXml" Target="../ink/ink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3.wmf"/><Relationship Id="rId9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customXml" Target="../ink/ink15.xml"/><Relationship Id="rId4" Type="http://schemas.openxmlformats.org/officeDocument/2006/relationships/image" Target="../media/image3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stuff/dta_admissions.csv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customXml" Target="../ink/ink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customXml" Target="../ink/ink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stuff/dta_admissions.csv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customXml" Target="../ink/ink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3.png"/><Relationship Id="rId4" Type="http://schemas.openxmlformats.org/officeDocument/2006/relationships/customXml" Target="../ink/ink1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7" Type="http://schemas.openxmlformats.org/officeDocument/2006/relationships/image" Target="../media/image37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56.png"/><Relationship Id="rId5" Type="http://schemas.openxmlformats.org/officeDocument/2006/relationships/image" Target="../media/image36.png"/><Relationship Id="rId10" Type="http://schemas.openxmlformats.org/officeDocument/2006/relationships/customXml" Target="../ink/ink20.xml"/><Relationship Id="rId4" Type="http://schemas.openxmlformats.org/officeDocument/2006/relationships/image" Target="../media/image37.png"/><Relationship Id="rId9" Type="http://schemas.openxmlformats.org/officeDocument/2006/relationships/image" Target="../media/image38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customXml" Target="../ink/ink2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1.wmf"/><Relationship Id="rId9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stuff/Fishing.csv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customXml" Target="../ink/ink23.xml"/><Relationship Id="rId4" Type="http://schemas.openxmlformats.org/officeDocument/2006/relationships/hyperlink" Target="datasets/Fishing.csv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6.png"/><Relationship Id="rId4" Type="http://schemas.openxmlformats.org/officeDocument/2006/relationships/customXml" Target="../ink/ink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34507"/>
            <a:ext cx="7491248" cy="20574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ea typeface="Cambria" panose="02040503050406030204" pitchFamily="18" charset="0"/>
              </a:rPr>
              <a:t>MKT 465 </a:t>
            </a:r>
            <a:br>
              <a:rPr lang="en-US" sz="3600" b="1" dirty="0">
                <a:ea typeface="Cambria" panose="02040503050406030204" pitchFamily="18" charset="0"/>
              </a:rPr>
            </a:br>
            <a:r>
              <a:rPr lang="en-US" sz="3600" b="1" dirty="0">
                <a:ea typeface="Cambria" panose="02040503050406030204" pitchFamily="18" charset="0"/>
              </a:rPr>
              <a:t>Marketing Analytics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6376" y="2971800"/>
            <a:ext cx="7491248" cy="1239968"/>
          </a:xfrm>
        </p:spPr>
        <p:txBody>
          <a:bodyPr>
            <a:normAutofit lnSpcReduction="10000"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000066"/>
                </a:solidFill>
              </a:rPr>
              <a:t>Discrete Choice Models</a:t>
            </a:r>
          </a:p>
          <a:p>
            <a:pPr algn="ctr">
              <a:defRPr/>
            </a:pPr>
            <a:r>
              <a:rPr lang="en-US" sz="3600" b="1" dirty="0">
                <a:solidFill>
                  <a:srgbClr val="000066"/>
                </a:solidFill>
              </a:rPr>
              <a:t>Logit and </a:t>
            </a:r>
            <a:r>
              <a:rPr lang="en-US" sz="3600" b="1" dirty="0" err="1">
                <a:solidFill>
                  <a:srgbClr val="000066"/>
                </a:solidFill>
              </a:rPr>
              <a:t>Probit</a:t>
            </a:r>
            <a:endParaRPr lang="en-US" sz="3600" b="1" dirty="0">
              <a:solidFill>
                <a:srgbClr val="000066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-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029200"/>
            <a:ext cx="4822825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0" y="533400"/>
            <a:ext cx="7467600" cy="1066800"/>
          </a:xfrm>
        </p:spPr>
        <p:txBody>
          <a:bodyPr/>
          <a:lstStyle/>
          <a:p>
            <a:r>
              <a:rPr lang="en-US" altLang="en-US" sz="3800" dirty="0"/>
              <a:t>Continuous Y Variable Regression</a:t>
            </a:r>
            <a:endParaRPr lang="en-US" sz="3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72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Demand Estimation (Market Mix Models)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Aggregate data (store, chain, area, outlet type, national)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Aggregate data example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155 weeks at 1 store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Hunts Ketchup</a:t>
            </a:r>
          </a:p>
          <a:p>
            <a:pPr lvl="2" eaLnBrk="1" hangingPunct="1"/>
            <a:r>
              <a:rPr lang="en-US" altLang="en-US" dirty="0">
                <a:solidFill>
                  <a:schemeClr val="tx1"/>
                </a:solidFill>
              </a:rPr>
              <a:t>Sales (oz.)</a:t>
            </a:r>
          </a:p>
          <a:p>
            <a:pPr lvl="2" eaLnBrk="1" hangingPunct="1"/>
            <a:r>
              <a:rPr lang="en-US" altLang="en-US" dirty="0">
                <a:solidFill>
                  <a:schemeClr val="tx1"/>
                </a:solidFill>
              </a:rPr>
              <a:t>Regular price </a:t>
            </a:r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</a:rPr>
              <a:t>¢/per oz.</a:t>
            </a:r>
          </a:p>
          <a:p>
            <a:pPr lvl="2" eaLnBrk="1" hangingPunct="1"/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</a:rPr>
              <a:t>Percent Discount [(reg. P </a:t>
            </a:r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 deal P)/reg. P]</a:t>
            </a:r>
          </a:p>
          <a:p>
            <a:pPr lvl="2" eaLnBrk="1" hangingPunct="1"/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Advertising 0/1</a:t>
            </a:r>
          </a:p>
          <a:p>
            <a:pPr lvl="2" eaLnBrk="1" hangingPunct="1"/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Display 0/1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76B-3530-4A38-9039-A1F14DBE6A13}" type="slidenum">
              <a:rPr lang="en-US" altLang="en-US" smtClean="0"/>
              <a:pPr/>
              <a:t>2</a:t>
            </a:fld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9106182-7875-49E5-9213-0EE89C0D8E0A}"/>
                  </a:ext>
                </a:extLst>
              </p14:cNvPr>
              <p14:cNvContentPartPr/>
              <p14:nvPr/>
            </p14:nvContentPartPr>
            <p14:xfrm>
              <a:off x="1181880" y="1726200"/>
              <a:ext cx="5134680" cy="3858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9106182-7875-49E5-9213-0EE89C0D8E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2520" y="1716840"/>
                <a:ext cx="5153400" cy="387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9388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76B-3530-4A38-9039-A1F14DBE6A13}" type="slidenum">
              <a:rPr lang="en-US" altLang="en-US" smtClean="0"/>
              <a:pPr/>
              <a:t>3</a:t>
            </a:fld>
            <a:endParaRPr lang="en-US" altLang="en-US"/>
          </a:p>
        </p:txBody>
      </p:sp>
      <p:pic>
        <p:nvPicPr>
          <p:cNvPr id="3" name="Picture 4" descr="Model1Sales_pg1"/>
          <p:cNvPicPr>
            <a:picLocks noChangeAspect="1" noChangeArrowheads="1"/>
          </p:cNvPicPr>
          <p:nvPr/>
        </p:nvPicPr>
        <p:blipFill>
          <a:blip r:embed="rId2"/>
          <a:srcRect l="5172" t="5952" b="9524"/>
          <a:stretch>
            <a:fillRect/>
          </a:stretch>
        </p:blipFill>
        <p:spPr bwMode="auto">
          <a:xfrm>
            <a:off x="457200" y="381000"/>
            <a:ext cx="8353425" cy="5715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D8E18F0-2B18-4B5B-B3EA-BA353C23896D}"/>
                  </a:ext>
                </a:extLst>
              </p14:cNvPr>
              <p14:cNvContentPartPr/>
              <p14:nvPr/>
            </p14:nvContentPartPr>
            <p14:xfrm>
              <a:off x="7003800" y="388080"/>
              <a:ext cx="1743840" cy="1703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D8E18F0-2B18-4B5B-B3EA-BA353C2389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94440" y="378720"/>
                <a:ext cx="1762560" cy="172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3610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76B-3530-4A38-9039-A1F14DBE6A13}" type="slidenum">
              <a:rPr lang="en-US" altLang="en-US" smtClean="0"/>
              <a:pPr/>
              <a:t>4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3" y="237467"/>
            <a:ext cx="8827773" cy="638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206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76B-3530-4A38-9039-A1F14DBE6A13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3" name="Picture 4" descr="Model2Sales_pg3"/>
          <p:cNvPicPr>
            <a:picLocks noChangeAspect="1" noChangeArrowheads="1"/>
          </p:cNvPicPr>
          <p:nvPr/>
        </p:nvPicPr>
        <p:blipFill>
          <a:blip r:embed="rId2"/>
          <a:srcRect l="1852" t="3265" b="1668"/>
          <a:stretch>
            <a:fillRect/>
          </a:stretch>
        </p:blipFill>
        <p:spPr bwMode="auto">
          <a:xfrm>
            <a:off x="381000" y="228600"/>
            <a:ext cx="8305800" cy="58467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25BE3C-E5E3-4CFF-B079-84910F2BD7E3}"/>
                  </a:ext>
                </a:extLst>
              </p14:cNvPr>
              <p14:cNvContentPartPr/>
              <p14:nvPr/>
            </p14:nvContentPartPr>
            <p14:xfrm>
              <a:off x="348480" y="1320480"/>
              <a:ext cx="8426520" cy="4703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25BE3C-E5E3-4CFF-B079-84910F2BD7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9120" y="1311120"/>
                <a:ext cx="8445240" cy="472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7162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Y is Categorical?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 is not a continuous (ratio or interval scaled) variable</a:t>
            </a:r>
          </a:p>
          <a:p>
            <a:pPr lvl="1"/>
            <a:r>
              <a:rPr lang="en-US" dirty="0"/>
              <a:t>Dichotomous (2 Y outcomes)</a:t>
            </a:r>
          </a:p>
          <a:p>
            <a:pPr lvl="1"/>
            <a:r>
              <a:rPr lang="en-US" dirty="0" err="1"/>
              <a:t>Multichotomous</a:t>
            </a:r>
            <a:r>
              <a:rPr lang="en-US" dirty="0"/>
              <a:t> (&gt; 2 Y outcomes)</a:t>
            </a:r>
          </a:p>
          <a:p>
            <a:pPr lvl="1"/>
            <a:endParaRPr lang="en-US" dirty="0"/>
          </a:p>
          <a:p>
            <a:r>
              <a:rPr lang="en-US" dirty="0"/>
              <a:t>Examples?</a:t>
            </a:r>
          </a:p>
          <a:p>
            <a:pPr lvl="1"/>
            <a:r>
              <a:rPr lang="en-US" dirty="0"/>
              <a:t>Behaviors</a:t>
            </a:r>
          </a:p>
          <a:p>
            <a:pPr lvl="1"/>
            <a:r>
              <a:rPr lang="en-US" dirty="0"/>
              <a:t>Psychographics</a:t>
            </a:r>
          </a:p>
          <a:p>
            <a:pPr lvl="1"/>
            <a:r>
              <a:rPr lang="en-US" dirty="0"/>
              <a:t>Demographics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76B-3530-4A38-9039-A1F14DBE6A13}" type="slidenum">
              <a:rPr lang="en-US" altLang="en-US" smtClean="0"/>
              <a:pPr/>
              <a:t>6</a:t>
            </a:fld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603B53B-33BF-4416-AF8A-DF46E3D484B9}"/>
                  </a:ext>
                </a:extLst>
              </p14:cNvPr>
              <p14:cNvContentPartPr/>
              <p14:nvPr/>
            </p14:nvContentPartPr>
            <p14:xfrm>
              <a:off x="3299400" y="653760"/>
              <a:ext cx="5460120" cy="1452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603B53B-33BF-4416-AF8A-DF46E3D484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90040" y="644400"/>
                <a:ext cx="5478840" cy="147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328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533400"/>
            <a:ext cx="6096000" cy="990600"/>
          </a:xfrm>
        </p:spPr>
        <p:txBody>
          <a:bodyPr/>
          <a:lstStyle/>
          <a:p>
            <a:r>
              <a:rPr lang="en-US" sz="3400" dirty="0"/>
              <a:t>Categorical 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  <a:ext cx="3859427" cy="5257800"/>
          </a:xfrm>
        </p:spPr>
        <p:txBody>
          <a:bodyPr/>
          <a:lstStyle/>
          <a:p>
            <a:r>
              <a:rPr lang="en-US" sz="1800" dirty="0"/>
              <a:t>Clinton Impeachment</a:t>
            </a:r>
          </a:p>
          <a:p>
            <a:r>
              <a:rPr lang="en-US" sz="1800" dirty="0"/>
              <a:t>In 1999, President Bill Clinton was impeached by the US House of Representatives</a:t>
            </a:r>
          </a:p>
          <a:p>
            <a:r>
              <a:rPr lang="en-US" sz="1800" dirty="0"/>
              <a:t>The Senate then voted on whether to remove Clinton from office</a:t>
            </a:r>
          </a:p>
          <a:p>
            <a:r>
              <a:rPr lang="en-US" sz="1800" dirty="0"/>
              <a:t>67 votes were required, but the measure only got 45 votes </a:t>
            </a:r>
          </a:p>
          <a:p>
            <a:endParaRPr lang="en-US" sz="1800" dirty="0">
              <a:cs typeface="Arial"/>
            </a:endParaRPr>
          </a:p>
          <a:p>
            <a:r>
              <a:rPr lang="en-US" sz="1800" dirty="0">
                <a:cs typeface="Arial"/>
              </a:rPr>
              <a:t>Dependen</a:t>
            </a:r>
            <a:r>
              <a:rPr lang="en-US" sz="1800" spc="-10" dirty="0">
                <a:cs typeface="Arial"/>
              </a:rPr>
              <a:t>t</a:t>
            </a:r>
            <a:r>
              <a:rPr lang="en-US" sz="1800" spc="-5" dirty="0">
                <a:cs typeface="Arial"/>
              </a:rPr>
              <a:t> </a:t>
            </a:r>
            <a:r>
              <a:rPr lang="en-US" sz="1800" dirty="0">
                <a:cs typeface="Arial"/>
              </a:rPr>
              <a:t>variable</a:t>
            </a:r>
            <a:r>
              <a:rPr lang="en-US" sz="1800" spc="-10" dirty="0">
                <a:cs typeface="Arial"/>
              </a:rPr>
              <a:t>:</a:t>
            </a:r>
            <a:r>
              <a:rPr lang="en-US" sz="1800" spc="-5" dirty="0">
                <a:cs typeface="Arial"/>
              </a:rPr>
              <a:t> </a:t>
            </a:r>
            <a:r>
              <a:rPr lang="en-US" sz="1800" spc="-20" dirty="0">
                <a:cs typeface="Arial"/>
              </a:rPr>
              <a:t>G</a:t>
            </a:r>
            <a:r>
              <a:rPr lang="en-US" sz="1800" dirty="0">
                <a:cs typeface="Arial"/>
              </a:rPr>
              <a:t>uil</a:t>
            </a:r>
            <a:r>
              <a:rPr lang="en-US" sz="1800" spc="-10" dirty="0">
                <a:cs typeface="Arial"/>
              </a:rPr>
              <a:t>t</a:t>
            </a:r>
            <a:r>
              <a:rPr lang="en-US" sz="1800" dirty="0">
                <a:cs typeface="Arial"/>
              </a:rPr>
              <a:t>y</a:t>
            </a:r>
            <a:r>
              <a:rPr lang="en-US" sz="1800" spc="-5" dirty="0">
                <a:cs typeface="Arial"/>
              </a:rPr>
              <a:t> </a:t>
            </a:r>
            <a:r>
              <a:rPr lang="en-US" sz="1800" dirty="0">
                <a:cs typeface="Arial"/>
              </a:rPr>
              <a:t>(1)</a:t>
            </a:r>
            <a:r>
              <a:rPr lang="en-US" sz="1800" spc="-5" dirty="0">
                <a:cs typeface="Arial"/>
              </a:rPr>
              <a:t> </a:t>
            </a:r>
            <a:r>
              <a:rPr lang="en-US" sz="1800" dirty="0">
                <a:cs typeface="Arial"/>
              </a:rPr>
              <a:t>or</a:t>
            </a:r>
            <a:r>
              <a:rPr lang="en-US" sz="1800" spc="-5" dirty="0">
                <a:cs typeface="Arial"/>
              </a:rPr>
              <a:t> </a:t>
            </a:r>
            <a:r>
              <a:rPr lang="en-US" sz="1800" dirty="0">
                <a:cs typeface="Arial"/>
              </a:rPr>
              <a:t>No</a:t>
            </a:r>
            <a:r>
              <a:rPr lang="en-US" sz="1800" spc="-10" dirty="0">
                <a:cs typeface="Arial"/>
              </a:rPr>
              <a:t>t</a:t>
            </a:r>
            <a:r>
              <a:rPr lang="en-US" sz="1800" spc="-5" dirty="0">
                <a:cs typeface="Arial"/>
              </a:rPr>
              <a:t> </a:t>
            </a:r>
            <a:r>
              <a:rPr lang="en-US" sz="1800" spc="-20" dirty="0">
                <a:cs typeface="Arial"/>
              </a:rPr>
              <a:t>G</a:t>
            </a:r>
            <a:r>
              <a:rPr lang="en-US" sz="1800" dirty="0">
                <a:cs typeface="Arial"/>
              </a:rPr>
              <a:t>uil</a:t>
            </a:r>
            <a:r>
              <a:rPr lang="en-US" sz="1800" spc="-10" dirty="0">
                <a:cs typeface="Arial"/>
              </a:rPr>
              <a:t>t</a:t>
            </a:r>
            <a:r>
              <a:rPr lang="en-US" sz="1800" dirty="0">
                <a:cs typeface="Arial"/>
              </a:rPr>
              <a:t>y</a:t>
            </a:r>
            <a:r>
              <a:rPr lang="en-US" sz="1800" spc="-5" dirty="0">
                <a:cs typeface="Arial"/>
              </a:rPr>
              <a:t> </a:t>
            </a:r>
            <a:r>
              <a:rPr lang="en-US" sz="1800" dirty="0">
                <a:cs typeface="Arial"/>
              </a:rPr>
              <a:t>(0)</a:t>
            </a:r>
            <a:r>
              <a:rPr lang="en-US" sz="1800" spc="-5" dirty="0">
                <a:cs typeface="Arial"/>
              </a:rPr>
              <a:t> </a:t>
            </a:r>
            <a:r>
              <a:rPr lang="en-US" sz="1800" dirty="0">
                <a:cs typeface="Arial"/>
              </a:rPr>
              <a:t>--&gt;</a:t>
            </a:r>
            <a:r>
              <a:rPr lang="en-US" sz="1800" spc="-5" dirty="0">
                <a:cs typeface="Arial"/>
              </a:rPr>
              <a:t> </a:t>
            </a:r>
            <a:r>
              <a:rPr lang="en-US" sz="1800" dirty="0">
                <a:cs typeface="Arial"/>
              </a:rPr>
              <a:t>"vo</a:t>
            </a:r>
            <a:r>
              <a:rPr lang="en-US" sz="1800" spc="-10" dirty="0">
                <a:cs typeface="Arial"/>
              </a:rPr>
              <a:t>t</a:t>
            </a:r>
            <a:r>
              <a:rPr lang="en-US" sz="1800" dirty="0">
                <a:cs typeface="Arial"/>
              </a:rPr>
              <a:t>e</a:t>
            </a:r>
            <a:r>
              <a:rPr lang="en-US" sz="1800" spc="-10" dirty="0">
                <a:cs typeface="Arial"/>
              </a:rPr>
              <a:t>“</a:t>
            </a:r>
          </a:p>
          <a:p>
            <a:r>
              <a:rPr lang="en-US" sz="1800" spc="-10" dirty="0">
                <a:cs typeface="Arial"/>
              </a:rPr>
              <a:t>Independent</a:t>
            </a:r>
            <a:r>
              <a:rPr lang="en-US" sz="1800" spc="-5" dirty="0">
                <a:cs typeface="Arial"/>
              </a:rPr>
              <a:t> </a:t>
            </a:r>
            <a:r>
              <a:rPr lang="en-US" sz="1800" dirty="0">
                <a:cs typeface="Arial"/>
              </a:rPr>
              <a:t>variable</a:t>
            </a:r>
            <a:r>
              <a:rPr lang="en-US" sz="1800" spc="-10" dirty="0">
                <a:cs typeface="Arial"/>
              </a:rPr>
              <a:t>:</a:t>
            </a:r>
            <a:r>
              <a:rPr lang="en-US" sz="1800" spc="-5" dirty="0">
                <a:cs typeface="Arial"/>
              </a:rPr>
              <a:t> </a:t>
            </a:r>
            <a:r>
              <a:rPr lang="en-US" sz="1800" dirty="0">
                <a:cs typeface="Arial"/>
              </a:rPr>
              <a:t>degree</a:t>
            </a:r>
            <a:r>
              <a:rPr lang="en-US" sz="1800" spc="-5" dirty="0">
                <a:cs typeface="Arial"/>
              </a:rPr>
              <a:t> </a:t>
            </a:r>
            <a:r>
              <a:rPr lang="en-US" sz="1800" dirty="0">
                <a:cs typeface="Arial"/>
              </a:rPr>
              <a:t>o</a:t>
            </a:r>
            <a:r>
              <a:rPr lang="en-US" sz="1800" spc="-10" dirty="0">
                <a:cs typeface="Arial"/>
              </a:rPr>
              <a:t>f</a:t>
            </a:r>
            <a:r>
              <a:rPr lang="en-US" sz="1800" spc="-5" dirty="0">
                <a:cs typeface="Arial"/>
              </a:rPr>
              <a:t> </a:t>
            </a:r>
            <a:r>
              <a:rPr lang="en-US" sz="1800" dirty="0">
                <a:cs typeface="Arial"/>
              </a:rPr>
              <a:t>ideological</a:t>
            </a:r>
            <a:r>
              <a:rPr lang="en-US" sz="1800" spc="-5" dirty="0">
                <a:cs typeface="Arial"/>
              </a:rPr>
              <a:t> </a:t>
            </a:r>
            <a:r>
              <a:rPr lang="en-US" sz="1800" dirty="0">
                <a:cs typeface="Arial"/>
              </a:rPr>
              <a:t>conserva</a:t>
            </a:r>
            <a:r>
              <a:rPr lang="en-US" sz="1800" spc="-10" dirty="0">
                <a:cs typeface="Arial"/>
              </a:rPr>
              <a:t>t</a:t>
            </a:r>
            <a:r>
              <a:rPr lang="en-US" sz="1800" dirty="0">
                <a:cs typeface="Arial"/>
              </a:rPr>
              <a:t>ism</a:t>
            </a:r>
          </a:p>
          <a:p>
            <a:pPr lvl="1"/>
            <a:r>
              <a:rPr lang="en-US" sz="1400" dirty="0">
                <a:cs typeface="Arial"/>
              </a:rPr>
              <a:t>0-100</a:t>
            </a:r>
            <a:r>
              <a:rPr lang="en-US" sz="1400" spc="-5" dirty="0">
                <a:cs typeface="Arial"/>
              </a:rPr>
              <a:t> </a:t>
            </a:r>
            <a:r>
              <a:rPr lang="en-US" sz="1400" dirty="0">
                <a:cs typeface="Arial"/>
              </a:rPr>
              <a:t>scale</a:t>
            </a:r>
            <a:r>
              <a:rPr lang="en-US" sz="1400" spc="-10" dirty="0">
                <a:cs typeface="Arial"/>
              </a:rPr>
              <a:t>,</a:t>
            </a:r>
            <a:r>
              <a:rPr lang="en-US" sz="1400" spc="-5" dirty="0">
                <a:cs typeface="Arial"/>
              </a:rPr>
              <a:t> </a:t>
            </a:r>
            <a:r>
              <a:rPr lang="en-US" sz="1400" dirty="0">
                <a:cs typeface="Arial"/>
              </a:rPr>
              <a:t>100</a:t>
            </a:r>
            <a:r>
              <a:rPr lang="en-US" sz="1400" spc="-5" dirty="0">
                <a:cs typeface="Arial"/>
              </a:rPr>
              <a:t> </a:t>
            </a:r>
            <a:r>
              <a:rPr lang="en-US" sz="1400" dirty="0">
                <a:cs typeface="Arial"/>
              </a:rPr>
              <a:t>is</a:t>
            </a:r>
            <a:r>
              <a:rPr lang="en-US" sz="1400" spc="-5" dirty="0">
                <a:cs typeface="Arial"/>
              </a:rPr>
              <a:t> </a:t>
            </a:r>
            <a:r>
              <a:rPr lang="en-US" sz="1400" dirty="0">
                <a:cs typeface="Arial"/>
              </a:rPr>
              <a:t>mo</a:t>
            </a:r>
            <a:r>
              <a:rPr lang="en-US" sz="1400" spc="-10" dirty="0">
                <a:cs typeface="Arial"/>
              </a:rPr>
              <a:t>st</a:t>
            </a:r>
            <a:r>
              <a:rPr lang="en-US" sz="1400" spc="-5" dirty="0">
                <a:cs typeface="Arial"/>
              </a:rPr>
              <a:t> </a:t>
            </a:r>
            <a:r>
              <a:rPr lang="en-US" sz="1400" dirty="0">
                <a:cs typeface="Arial"/>
              </a:rPr>
              <a:t>conserva</a:t>
            </a:r>
            <a:r>
              <a:rPr lang="en-US" sz="1400" spc="-10" dirty="0">
                <a:cs typeface="Arial"/>
              </a:rPr>
              <a:t>t</a:t>
            </a:r>
            <a:r>
              <a:rPr lang="en-US" sz="1400" dirty="0">
                <a:cs typeface="Arial"/>
              </a:rPr>
              <a:t>ive</a:t>
            </a:r>
          </a:p>
          <a:p>
            <a:endParaRPr lang="en-US" sz="1800" dirty="0">
              <a:cs typeface="Arial"/>
            </a:endParaRPr>
          </a:p>
          <a:p>
            <a:pPr marL="33655" marR="606425" indent="0">
              <a:lnSpc>
                <a:spcPts val="2800"/>
              </a:lnSpc>
              <a:buNone/>
              <a:tabLst>
                <a:tab pos="300990" algn="l"/>
              </a:tabLst>
            </a:pP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C952D-5DBA-4470-9E38-D0DBB3402013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6" name="object 10"/>
          <p:cNvSpPr/>
          <p:nvPr/>
        </p:nvSpPr>
        <p:spPr>
          <a:xfrm>
            <a:off x="3797642" y="1828800"/>
            <a:ext cx="5257800" cy="38044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DD15B52-403D-40A3-8AC4-4F42836AC2F9}"/>
                  </a:ext>
                </a:extLst>
              </p14:cNvPr>
              <p14:cNvContentPartPr/>
              <p14:nvPr/>
            </p14:nvContentPartPr>
            <p14:xfrm>
              <a:off x="273960" y="747720"/>
              <a:ext cx="9056880" cy="5572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DD15B52-403D-40A3-8AC4-4F42836AC2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4600" y="738360"/>
                <a:ext cx="9075600" cy="559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3736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C952D-5DBA-4470-9E38-D0DBB3402013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1524000" y="341312"/>
            <a:ext cx="7162800" cy="1258887"/>
          </a:xfrm>
        </p:spPr>
        <p:txBody>
          <a:bodyPr/>
          <a:lstStyle/>
          <a:p>
            <a:r>
              <a:rPr lang="en-US" sz="3400" dirty="0"/>
              <a:t>Categorical Y </a:t>
            </a:r>
            <a:r>
              <a:rPr lang="en-US" altLang="en-US" sz="3400" dirty="0">
                <a:sym typeface="Symbol" panose="05050102010706020507" pitchFamily="18" charset="2"/>
              </a:rPr>
              <a:t> Avoid Regression</a:t>
            </a:r>
            <a:endParaRPr lang="en-US" sz="3400" dirty="0"/>
          </a:p>
        </p:txBody>
      </p:sp>
      <p:sp>
        <p:nvSpPr>
          <p:cNvPr id="10" name="object 3"/>
          <p:cNvSpPr/>
          <p:nvPr/>
        </p:nvSpPr>
        <p:spPr>
          <a:xfrm>
            <a:off x="5301049" y="2110953"/>
            <a:ext cx="3753594" cy="32842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5638800" y="2098596"/>
            <a:ext cx="3200399" cy="3284268"/>
          </a:xfrm>
          <a:custGeom>
            <a:avLst/>
            <a:gdLst/>
            <a:ahLst/>
            <a:cxnLst/>
            <a:rect l="l" t="t" r="r" b="b"/>
            <a:pathLst>
              <a:path w="5229225" h="4518025">
                <a:moveTo>
                  <a:pt x="5229105" y="0"/>
                </a:moveTo>
                <a:lnTo>
                  <a:pt x="5193043" y="0"/>
                </a:lnTo>
                <a:lnTo>
                  <a:pt x="0" y="4482000"/>
                </a:lnTo>
                <a:lnTo>
                  <a:pt x="0" y="4518000"/>
                </a:lnTo>
                <a:lnTo>
                  <a:pt x="36062" y="4518000"/>
                </a:lnTo>
                <a:lnTo>
                  <a:pt x="5229105" y="36000"/>
                </a:lnTo>
                <a:lnTo>
                  <a:pt x="5229105" y="0"/>
                </a:lnTo>
                <a:close/>
              </a:path>
            </a:pathLst>
          </a:custGeom>
          <a:solidFill>
            <a:srgbClr val="0077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38897" y="1981200"/>
            <a:ext cx="4797287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66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§"/>
              <a:defRPr sz="2000">
                <a:solidFill>
                  <a:srgbClr val="000066"/>
                </a:solidFill>
                <a:latin typeface="Cambria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2BFC5"/>
              </a:buClr>
              <a:buChar char="•"/>
              <a:defRPr>
                <a:solidFill>
                  <a:srgbClr val="000066"/>
                </a:solidFill>
                <a:latin typeface="Cambria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Font typeface="Wingdings" pitchFamily="2" charset="2"/>
              <a:buChar char="§"/>
              <a:defRPr sz="1600">
                <a:solidFill>
                  <a:srgbClr val="000066"/>
                </a:solidFill>
                <a:latin typeface="Cambria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B050"/>
              </a:buClr>
              <a:buSzPct val="85000"/>
              <a:buFont typeface="Arial" charset="0"/>
              <a:buChar char="•"/>
              <a:defRPr sz="1600">
                <a:solidFill>
                  <a:srgbClr val="000066"/>
                </a:solidFill>
                <a:latin typeface="Cambria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+mn-lt"/>
              </a:defRPr>
            </a:lvl9pPr>
          </a:lstStyle>
          <a:p>
            <a:r>
              <a:rPr lang="en-US" sz="2000" kern="0" dirty="0"/>
              <a:t>Clinton Impeachment</a:t>
            </a:r>
          </a:p>
          <a:p>
            <a:r>
              <a:rPr lang="en-US" sz="2000" kern="0" dirty="0"/>
              <a:t>What if use OLS regression?</a:t>
            </a:r>
          </a:p>
          <a:p>
            <a:r>
              <a:rPr lang="en-US" sz="2000" kern="0" dirty="0">
                <a:cs typeface="Arial"/>
              </a:rPr>
              <a:t>Vote = a + b Conservativism </a:t>
            </a:r>
          </a:p>
          <a:p>
            <a:r>
              <a:rPr lang="en-US" sz="2000" kern="0" dirty="0"/>
              <a:t>A one point increase in conservatism increases the estimated “probability” of voting for impeachment by b </a:t>
            </a:r>
          </a:p>
          <a:p>
            <a:endParaRPr lang="en-US" sz="2000" kern="0" dirty="0"/>
          </a:p>
          <a:p>
            <a:r>
              <a:rPr lang="en-US" sz="2000" kern="0" dirty="0"/>
              <a:t>OLS Regression has obvious theoretical problems (badly behaved residuals). However, practically it reflects relationships fairly well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456C8AB-B52E-4243-8E6E-76FC907D1DA3}"/>
                  </a:ext>
                </a:extLst>
              </p14:cNvPr>
              <p14:cNvContentPartPr/>
              <p14:nvPr/>
            </p14:nvContentPartPr>
            <p14:xfrm>
              <a:off x="5247720" y="2054880"/>
              <a:ext cx="3695040" cy="3674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456C8AB-B52E-4243-8E6E-76FC907D1D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38360" y="2045520"/>
                <a:ext cx="3713760" cy="369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3346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0" y="533400"/>
            <a:ext cx="7620000" cy="1066800"/>
          </a:xfrm>
        </p:spPr>
        <p:txBody>
          <a:bodyPr/>
          <a:lstStyle/>
          <a:p>
            <a:r>
              <a:rPr lang="en-US" sz="3200" dirty="0"/>
              <a:t>Categorical Y </a:t>
            </a:r>
            <a:r>
              <a:rPr lang="en-US" altLang="en-US" sz="3200" dirty="0">
                <a:sym typeface="Symbol" panose="05050102010706020507" pitchFamily="18" charset="2"/>
              </a:rPr>
              <a:t> How estimate Y = f(x)?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00200"/>
                <a:ext cx="8610600" cy="3962400"/>
              </a:xfrm>
            </p:spPr>
            <p:txBody>
              <a:bodyPr/>
              <a:lstStyle/>
              <a:p>
                <a:r>
                  <a:rPr lang="en-US" dirty="0"/>
                  <a:t>Assume Y = 0 </a:t>
                </a:r>
                <a:r>
                  <a:rPr lang="en-US" dirty="0">
                    <a:sym typeface="Symbol" panose="05050102010706020507" pitchFamily="18" charset="2"/>
                  </a:rPr>
                  <a:t>or 1</a:t>
                </a:r>
              </a:p>
              <a:p>
                <a:r>
                  <a:rPr lang="en-US" dirty="0">
                    <a:sym typeface="Symbol" panose="05050102010706020507" pitchFamily="18" charset="2"/>
                  </a:rPr>
                  <a:t>                              where             estimates fit      to </a:t>
                </a:r>
                <a:r>
                  <a:rPr lang="en-US" i="1" dirty="0">
                    <a:sym typeface="Symbol" panose="05050102010706020507" pitchFamily="18" charset="2"/>
                  </a:rPr>
                  <a:t>Y</a:t>
                </a:r>
                <a:r>
                  <a:rPr lang="en-US" dirty="0">
                    <a:sym typeface="Symbol" panose="05050102010706020507" pitchFamily="18" charset="2"/>
                  </a:rPr>
                  <a:t> well</a:t>
                </a:r>
              </a:p>
              <a:p>
                <a:r>
                  <a:rPr lang="en-US" dirty="0">
                    <a:sym typeface="Symbol" panose="05050102010706020507" pitchFamily="18" charset="2"/>
                  </a:rPr>
                  <a:t>Multiple X variables possible:</a:t>
                </a:r>
              </a:p>
              <a:p>
                <a:pPr marL="0" indent="0">
                  <a:buNone/>
                </a:pPr>
                <a:r>
                  <a:rPr lang="en-US" dirty="0">
                    <a:sym typeface="Symbol" panose="05050102010706020507" pitchFamily="18" charset="2"/>
                  </a:rPr>
                  <a:t> 	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𝑈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en-US" dirty="0">
                  <a:sym typeface="Symbol" panose="05050102010706020507" pitchFamily="18" charset="2"/>
                </a:endParaRPr>
              </a:p>
              <a:p>
                <a:endParaRPr lang="en-US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00200"/>
                <a:ext cx="8610600" cy="3962400"/>
              </a:xfrm>
              <a:blipFill>
                <a:blip r:embed="rId4"/>
                <a:stretch>
                  <a:fillRect l="-1062" t="-1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76B-3530-4A38-9039-A1F14DBE6A13}" type="slidenum">
              <a:rPr lang="en-US" altLang="en-US" smtClean="0"/>
              <a:pPr/>
              <a:t>9</a:t>
            </a:fld>
            <a:endParaRPr lang="en-US" alt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187602"/>
              </p:ext>
            </p:extLst>
          </p:nvPr>
        </p:nvGraphicFramePr>
        <p:xfrm>
          <a:off x="822325" y="2057400"/>
          <a:ext cx="172243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01440" imgH="253800" progId="Equation.DSMT4">
                  <p:embed/>
                </p:oleObj>
              </mc:Choice>
              <mc:Fallback>
                <p:oleObj name="Equation" r:id="rId5" imgW="901440" imgH="25380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2325" y="2057400"/>
                        <a:ext cx="1722438" cy="484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692720"/>
              </p:ext>
            </p:extLst>
          </p:nvPr>
        </p:nvGraphicFramePr>
        <p:xfrm>
          <a:off x="3752850" y="2070100"/>
          <a:ext cx="5715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1960" imgH="228600" progId="Equation.DSMT4">
                  <p:embed/>
                </p:oleObj>
              </mc:Choice>
              <mc:Fallback>
                <p:oleObj name="Equation" r:id="rId7" imgW="291960" imgH="2286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52850" y="2070100"/>
                        <a:ext cx="571500" cy="484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>
              <a:xfrm>
                <a:off x="6027739" y="2057399"/>
                <a:ext cx="571500" cy="413569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739" y="2057399"/>
                <a:ext cx="571500" cy="413569"/>
              </a:xfrm>
              <a:prstGeom prst="rect">
                <a:avLst/>
              </a:prstGeom>
              <a:blipFill>
                <a:blip r:embed="rId9"/>
                <a:stretch>
                  <a:fillRect t="-5882" r="-25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10"/>
          <p:cNvSpPr/>
          <p:nvPr/>
        </p:nvSpPr>
        <p:spPr>
          <a:xfrm>
            <a:off x="66746" y="3528194"/>
            <a:ext cx="3810000" cy="318851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3876746" y="3528194"/>
            <a:ext cx="4048054" cy="318851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135688" y="6348770"/>
                <a:ext cx="13715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𝑈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688" y="6348770"/>
                <a:ext cx="1371599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 flipH="1">
            <a:off x="5410197" y="6473269"/>
            <a:ext cx="121920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604655" y="6267458"/>
                <a:ext cx="3942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655" y="6267458"/>
                <a:ext cx="394203" cy="461665"/>
              </a:xfrm>
              <a:prstGeom prst="rect">
                <a:avLst/>
              </a:prstGeom>
              <a:blipFill>
                <a:blip r:embed="rId13"/>
                <a:stretch>
                  <a:fillRect l="-1538" r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19223"/>
              </p:ext>
            </p:extLst>
          </p:nvPr>
        </p:nvGraphicFramePr>
        <p:xfrm>
          <a:off x="4757738" y="2514600"/>
          <a:ext cx="17462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14400" imgH="253800" progId="Equation.DSMT4">
                  <p:embed/>
                </p:oleObj>
              </mc:Choice>
              <mc:Fallback>
                <p:oleObj name="Equation" r:id="rId14" imgW="914400" imgH="253800" progId="Equation.DSMT4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757738" y="2514600"/>
                        <a:ext cx="1746250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11B6242-924D-4F8E-BD49-14CEC65DEEA3}"/>
                  </a:ext>
                </a:extLst>
              </p14:cNvPr>
              <p14:cNvContentPartPr/>
              <p14:nvPr/>
            </p14:nvContentPartPr>
            <p14:xfrm>
              <a:off x="360360" y="1340640"/>
              <a:ext cx="7861320" cy="5517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11B6242-924D-4F8E-BD49-14CEC65DEEA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1000" y="1331280"/>
                <a:ext cx="7880040" cy="553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2166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0" y="574675"/>
            <a:ext cx="7391400" cy="903771"/>
          </a:xfrm>
        </p:spPr>
        <p:txBody>
          <a:bodyPr/>
          <a:lstStyle/>
          <a:p>
            <a:r>
              <a:rPr lang="en-US" dirty="0"/>
              <a:t>                             Machine Learning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53039"/>
            <a:ext cx="8229600" cy="5063674"/>
          </a:xfrm>
          <a:ln w="12700"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Trees inside a “black box”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Computer chooses #s and order of </a:t>
            </a:r>
            <a:r>
              <a:rPr lang="en-US" dirty="0" err="1"/>
              <a:t>Xs</a:t>
            </a:r>
            <a:r>
              <a:rPr lang="en-US" dirty="0"/>
              <a:t> in branches to predict Y as well as possible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sz="1400" dirty="0"/>
            </a:br>
            <a:r>
              <a:rPr lang="en-US" sz="1400" dirty="0"/>
              <a:t>                </a:t>
            </a:r>
            <a:r>
              <a:rPr lang="en-US" sz="1200" dirty="0"/>
              <a:t>0</a:t>
            </a:r>
            <a:r>
              <a:rPr lang="en-US" sz="1400" dirty="0"/>
              <a:t>                                    </a:t>
            </a:r>
            <a:r>
              <a:rPr lang="en-US" sz="1600" i="1" dirty="0"/>
              <a:t>x</a:t>
            </a:r>
            <a:endParaRPr lang="en-US" sz="16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Computer classes #s and order of </a:t>
            </a:r>
            <a:r>
              <a:rPr lang="en-US" dirty="0" err="1"/>
              <a:t>Xs</a:t>
            </a:r>
            <a:r>
              <a:rPr lang="en-US" dirty="0"/>
              <a:t> in branches to predict </a:t>
            </a:r>
            <a:r>
              <a:rPr lang="en-US" i="1" dirty="0"/>
              <a:t>Y</a:t>
            </a:r>
            <a:r>
              <a:rPr lang="en-US" dirty="0"/>
              <a:t> as well as possible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76B-3530-4A38-9039-A1F14DBE6A13}" type="slidenum">
              <a:rPr lang="en-US" altLang="en-US" smtClean="0"/>
              <a:pPr/>
              <a:t>10</a:t>
            </a:fld>
            <a:endParaRPr lang="en-US" alt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746777"/>
              </p:ext>
            </p:extLst>
          </p:nvPr>
        </p:nvGraphicFramePr>
        <p:xfrm>
          <a:off x="1531883" y="738639"/>
          <a:ext cx="3200400" cy="64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03040" progId="Equation.DSMT4">
                  <p:embed/>
                </p:oleObj>
              </mc:Choice>
              <mc:Fallback>
                <p:oleObj name="Equation" r:id="rId3" imgW="1015920" imgH="20304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31883" y="738639"/>
                        <a:ext cx="3200400" cy="64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572740"/>
              </p:ext>
            </p:extLst>
          </p:nvPr>
        </p:nvGraphicFramePr>
        <p:xfrm>
          <a:off x="2003425" y="2132013"/>
          <a:ext cx="4052888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73320" imgH="1041120" progId="Equation.DSMT4">
                  <p:embed/>
                </p:oleObj>
              </mc:Choice>
              <mc:Fallback>
                <p:oleObj name="Equation" r:id="rId5" imgW="3073320" imgH="104112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03425" y="2132013"/>
                        <a:ext cx="4052888" cy="1373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/>
          <p:cNvCxnSpPr/>
          <p:nvPr/>
        </p:nvCxnSpPr>
        <p:spPr>
          <a:xfrm flipH="1">
            <a:off x="2351657" y="2377523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4780858" y="2446301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30089" y="2387738"/>
            <a:ext cx="97658" cy="279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676900" y="2491823"/>
            <a:ext cx="97658" cy="279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424234"/>
              </p:ext>
            </p:extLst>
          </p:nvPr>
        </p:nvGraphicFramePr>
        <p:xfrm>
          <a:off x="3879850" y="3438525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7200" imgH="457200" progId="Equation.DSMT4">
                  <p:embed/>
                </p:oleObj>
              </mc:Choice>
              <mc:Fallback>
                <p:oleObj name="Equation" r:id="rId7" imgW="457200" imgH="457200" progId="Equation.DSMT4">
                  <p:embed/>
                  <p:pic>
                    <p:nvPicPr>
                      <p:cNvPr id="16" name="Object 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79850" y="3438525"/>
                        <a:ext cx="4572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874679"/>
              </p:ext>
            </p:extLst>
          </p:nvPr>
        </p:nvGraphicFramePr>
        <p:xfrm>
          <a:off x="4589463" y="3433763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57200" imgH="457200" progId="Equation.DSMT4">
                  <p:embed/>
                </p:oleObj>
              </mc:Choice>
              <mc:Fallback>
                <p:oleObj name="Equation" r:id="rId9" imgW="457200" imgH="457200" progId="Equation.DSMT4">
                  <p:embed/>
                  <p:pic>
                    <p:nvPicPr>
                      <p:cNvPr id="17" name="Object 1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89463" y="3433763"/>
                        <a:ext cx="4572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575042"/>
              </p:ext>
            </p:extLst>
          </p:nvPr>
        </p:nvGraphicFramePr>
        <p:xfrm>
          <a:off x="5305425" y="3414713"/>
          <a:ext cx="444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4240" imgH="457200" progId="Equation.DSMT4">
                  <p:embed/>
                </p:oleObj>
              </mc:Choice>
              <mc:Fallback>
                <p:oleObj name="Equation" r:id="rId11" imgW="444240" imgH="457200" progId="Equation.DSMT4">
                  <p:embed/>
                  <p:pic>
                    <p:nvPicPr>
                      <p:cNvPr id="18" name="Object 1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05425" y="3414713"/>
                        <a:ext cx="4445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722288"/>
              </p:ext>
            </p:extLst>
          </p:nvPr>
        </p:nvGraphicFramePr>
        <p:xfrm>
          <a:off x="6022975" y="3414713"/>
          <a:ext cx="444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44240" imgH="457200" progId="Equation.DSMT4">
                  <p:embed/>
                </p:oleObj>
              </mc:Choice>
              <mc:Fallback>
                <p:oleObj name="Equation" r:id="rId13" imgW="444240" imgH="457200" progId="Equation.DSMT4">
                  <p:embed/>
                  <p:pic>
                    <p:nvPicPr>
                      <p:cNvPr id="19" name="Object 1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22975" y="3414713"/>
                        <a:ext cx="4445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Straight Connector 19"/>
          <p:cNvCxnSpPr/>
          <p:nvPr/>
        </p:nvCxnSpPr>
        <p:spPr>
          <a:xfrm flipH="1">
            <a:off x="4203399" y="3127509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26908" y="313702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732029" y="3059872"/>
            <a:ext cx="97658" cy="279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032735" y="3076433"/>
            <a:ext cx="97658" cy="279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54651"/>
              </p:ext>
            </p:extLst>
          </p:nvPr>
        </p:nvGraphicFramePr>
        <p:xfrm>
          <a:off x="1348328" y="4965734"/>
          <a:ext cx="1310194" cy="12890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057">
                  <a:extLst>
                    <a:ext uri="{9D8B030D-6E8A-4147-A177-3AD203B41FA5}">
                      <a16:colId xmlns:a16="http://schemas.microsoft.com/office/drawing/2014/main" val="1756068632"/>
                    </a:ext>
                  </a:extLst>
                </a:gridCol>
                <a:gridCol w="215164">
                  <a:extLst>
                    <a:ext uri="{9D8B030D-6E8A-4147-A177-3AD203B41FA5}">
                      <a16:colId xmlns:a16="http://schemas.microsoft.com/office/drawing/2014/main" val="3531627751"/>
                    </a:ext>
                  </a:extLst>
                </a:gridCol>
                <a:gridCol w="215164">
                  <a:extLst>
                    <a:ext uri="{9D8B030D-6E8A-4147-A177-3AD203B41FA5}">
                      <a16:colId xmlns:a16="http://schemas.microsoft.com/office/drawing/2014/main" val="1772010328"/>
                    </a:ext>
                  </a:extLst>
                </a:gridCol>
                <a:gridCol w="219006">
                  <a:extLst>
                    <a:ext uri="{9D8B030D-6E8A-4147-A177-3AD203B41FA5}">
                      <a16:colId xmlns:a16="http://schemas.microsoft.com/office/drawing/2014/main" val="1767070908"/>
                    </a:ext>
                  </a:extLst>
                </a:gridCol>
                <a:gridCol w="230532">
                  <a:extLst>
                    <a:ext uri="{9D8B030D-6E8A-4147-A177-3AD203B41FA5}">
                      <a16:colId xmlns:a16="http://schemas.microsoft.com/office/drawing/2014/main" val="3045389213"/>
                    </a:ext>
                  </a:extLst>
                </a:gridCol>
                <a:gridCol w="261271">
                  <a:extLst>
                    <a:ext uri="{9D8B030D-6E8A-4147-A177-3AD203B41FA5}">
                      <a16:colId xmlns:a16="http://schemas.microsoft.com/office/drawing/2014/main" val="3303645813"/>
                    </a:ext>
                  </a:extLst>
                </a:gridCol>
              </a:tblGrid>
              <a:tr h="2148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99710084"/>
                  </a:ext>
                </a:extLst>
              </a:tr>
              <a:tr h="2148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79440662"/>
                  </a:ext>
                </a:extLst>
              </a:tr>
              <a:tr h="2148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6906532"/>
                  </a:ext>
                </a:extLst>
              </a:tr>
              <a:tr h="2148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2943261"/>
                  </a:ext>
                </a:extLst>
              </a:tr>
              <a:tr h="2148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2394810"/>
                  </a:ext>
                </a:extLst>
              </a:tr>
              <a:tr h="21484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255636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184966"/>
              </p:ext>
            </p:extLst>
          </p:nvPr>
        </p:nvGraphicFramePr>
        <p:xfrm>
          <a:off x="5131255" y="4928594"/>
          <a:ext cx="1219021" cy="1243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745">
                  <a:extLst>
                    <a:ext uri="{9D8B030D-6E8A-4147-A177-3AD203B41FA5}">
                      <a16:colId xmlns:a16="http://schemas.microsoft.com/office/drawing/2014/main" val="747652047"/>
                    </a:ext>
                  </a:extLst>
                </a:gridCol>
                <a:gridCol w="191841">
                  <a:extLst>
                    <a:ext uri="{9D8B030D-6E8A-4147-A177-3AD203B41FA5}">
                      <a16:colId xmlns:a16="http://schemas.microsoft.com/office/drawing/2014/main" val="1808216998"/>
                    </a:ext>
                  </a:extLst>
                </a:gridCol>
                <a:gridCol w="189159">
                  <a:extLst>
                    <a:ext uri="{9D8B030D-6E8A-4147-A177-3AD203B41FA5}">
                      <a16:colId xmlns:a16="http://schemas.microsoft.com/office/drawing/2014/main" val="398266107"/>
                    </a:ext>
                  </a:extLst>
                </a:gridCol>
                <a:gridCol w="128588">
                  <a:extLst>
                    <a:ext uri="{9D8B030D-6E8A-4147-A177-3AD203B41FA5}">
                      <a16:colId xmlns:a16="http://schemas.microsoft.com/office/drawing/2014/main" val="847836213"/>
                    </a:ext>
                  </a:extLst>
                </a:gridCol>
                <a:gridCol w="251103">
                  <a:extLst>
                    <a:ext uri="{9D8B030D-6E8A-4147-A177-3AD203B41FA5}">
                      <a16:colId xmlns:a16="http://schemas.microsoft.com/office/drawing/2014/main" val="633454194"/>
                    </a:ext>
                  </a:extLst>
                </a:gridCol>
                <a:gridCol w="255585">
                  <a:extLst>
                    <a:ext uri="{9D8B030D-6E8A-4147-A177-3AD203B41FA5}">
                      <a16:colId xmlns:a16="http://schemas.microsoft.com/office/drawing/2014/main" val="3012361320"/>
                    </a:ext>
                  </a:extLst>
                </a:gridCol>
              </a:tblGrid>
              <a:tr h="20555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410694"/>
                  </a:ext>
                </a:extLst>
              </a:tr>
              <a:tr h="205555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1090378"/>
                  </a:ext>
                </a:extLst>
              </a:tr>
              <a:tr h="20555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8654555"/>
                  </a:ext>
                </a:extLst>
              </a:tr>
              <a:tr h="205555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61914825"/>
                  </a:ext>
                </a:extLst>
              </a:tr>
              <a:tr h="20555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98449494"/>
                  </a:ext>
                </a:extLst>
              </a:tr>
              <a:tr h="2158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5814749"/>
                  </a:ext>
                </a:extLst>
              </a:tr>
            </a:tbl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108608"/>
              </p:ext>
            </p:extLst>
          </p:nvPr>
        </p:nvGraphicFramePr>
        <p:xfrm>
          <a:off x="993220" y="4800116"/>
          <a:ext cx="366713" cy="305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9680" imgH="228600" progId="Equation.DSMT4">
                  <p:embed/>
                </p:oleObj>
              </mc:Choice>
              <mc:Fallback>
                <p:oleObj name="Equation" r:id="rId15" imgW="139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93220" y="4800116"/>
                        <a:ext cx="366713" cy="305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710306"/>
              </p:ext>
            </p:extLst>
          </p:nvPr>
        </p:nvGraphicFramePr>
        <p:xfrm>
          <a:off x="4678363" y="4775200"/>
          <a:ext cx="433387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4880" imgH="228600" progId="Equation.DSMT4">
                  <p:embed/>
                </p:oleObj>
              </mc:Choice>
              <mc:Fallback>
                <p:oleObj name="Equation" r:id="rId17" imgW="164880" imgH="228600" progId="Equation.DSMT4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78363" y="4775200"/>
                        <a:ext cx="433387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048558"/>
              </p:ext>
            </p:extLst>
          </p:nvPr>
        </p:nvGraphicFramePr>
        <p:xfrm>
          <a:off x="6494463" y="6089650"/>
          <a:ext cx="4000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2280" imgH="228600" progId="Equation.DSMT4">
                  <p:embed/>
                </p:oleObj>
              </mc:Choice>
              <mc:Fallback>
                <p:oleObj name="Equation" r:id="rId19" imgW="152280" imgH="228600" progId="Equation.DSMT4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494463" y="6089650"/>
                        <a:ext cx="40005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D6CD679-6DBF-4BAF-85E5-764E9EB5E56A}"/>
                  </a:ext>
                </a:extLst>
              </p14:cNvPr>
              <p14:cNvContentPartPr/>
              <p14:nvPr/>
            </p14:nvContentPartPr>
            <p14:xfrm>
              <a:off x="1931400" y="678960"/>
              <a:ext cx="5470200" cy="5826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D6CD679-6DBF-4BAF-85E5-764E9EB5E56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22040" y="669600"/>
                <a:ext cx="5488920" cy="584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9214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0" y="381000"/>
            <a:ext cx="7239000" cy="1295400"/>
          </a:xfrm>
        </p:spPr>
        <p:txBody>
          <a:bodyPr/>
          <a:lstStyle/>
          <a:p>
            <a:r>
              <a:rPr lang="en-US" dirty="0"/>
              <a:t>                          </a:t>
            </a:r>
            <a:r>
              <a:rPr lang="en-US" sz="3600" dirty="0"/>
              <a:t>Linear Programming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                                                close to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           Subject to                                   for all </a:t>
            </a:r>
            <a:r>
              <a:rPr lang="en-US" i="1" dirty="0" err="1"/>
              <a:t>i</a:t>
            </a:r>
            <a:r>
              <a:rPr lang="en-US" dirty="0"/>
              <a:t>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76B-3530-4A38-9039-A1F14DBE6A13}" type="slidenum">
              <a:rPr lang="en-US" altLang="en-US" smtClean="0"/>
              <a:pPr/>
              <a:t>11</a:t>
            </a:fld>
            <a:endParaRPr lang="en-US" alt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372748"/>
              </p:ext>
            </p:extLst>
          </p:nvPr>
        </p:nvGraphicFramePr>
        <p:xfrm>
          <a:off x="1600200" y="770573"/>
          <a:ext cx="2895600" cy="57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03040" progId="Equation.DSMT4">
                  <p:embed/>
                </p:oleObj>
              </mc:Choice>
              <mc:Fallback>
                <p:oleObj name="Equation" r:id="rId3" imgW="1015920" imgH="20304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0200" y="770573"/>
                        <a:ext cx="2895600" cy="579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>
              <a:xfrm>
                <a:off x="1795463" y="2067878"/>
                <a:ext cx="2700337" cy="65087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463" y="2067878"/>
                <a:ext cx="2700337" cy="650875"/>
              </a:xfrm>
              <a:prstGeom prst="rect">
                <a:avLst/>
              </a:prstGeom>
              <a:blipFill>
                <a:blip r:embed="rId6"/>
                <a:stretch>
                  <a:fillRect t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590785"/>
              </p:ext>
            </p:extLst>
          </p:nvPr>
        </p:nvGraphicFramePr>
        <p:xfrm>
          <a:off x="6129337" y="2098245"/>
          <a:ext cx="1219200" cy="424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83920" imgH="203040" progId="Equation.DSMT4">
                  <p:embed/>
                </p:oleObj>
              </mc:Choice>
              <mc:Fallback>
                <p:oleObj name="Equation" r:id="rId7" imgW="583920" imgH="20304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29337" y="2098245"/>
                        <a:ext cx="1219200" cy="424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/>
              <p:cNvSpPr txBox="1"/>
              <p:nvPr/>
            </p:nvSpPr>
            <p:spPr>
              <a:xfrm>
                <a:off x="2508250" y="2759075"/>
                <a:ext cx="3359150" cy="746125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nary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250" y="2759075"/>
                <a:ext cx="3359150" cy="7461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39266"/>
              </p:ext>
            </p:extLst>
          </p:nvPr>
        </p:nvGraphicFramePr>
        <p:xfrm>
          <a:off x="4170363" y="3575050"/>
          <a:ext cx="19526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63280" imgH="228600" progId="Equation.DSMT4">
                  <p:embed/>
                </p:oleObj>
              </mc:Choice>
              <mc:Fallback>
                <p:oleObj name="Equation" r:id="rId10" imgW="863280" imgH="22860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70363" y="3575050"/>
                        <a:ext cx="195262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30B42DB-0402-4E19-8BF1-2975F66AE66A}"/>
                  </a:ext>
                </a:extLst>
              </p14:cNvPr>
              <p14:cNvContentPartPr/>
              <p14:nvPr/>
            </p14:nvContentPartPr>
            <p14:xfrm>
              <a:off x="1668600" y="1259280"/>
              <a:ext cx="5918040" cy="3012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30B42DB-0402-4E19-8BF1-2975F66AE66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59240" y="1249920"/>
                <a:ext cx="5936760" cy="303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1584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0" y="533400"/>
            <a:ext cx="7239000" cy="914400"/>
          </a:xfrm>
        </p:spPr>
        <p:txBody>
          <a:bodyPr/>
          <a:lstStyle/>
          <a:p>
            <a:r>
              <a:rPr lang="en-US" dirty="0"/>
              <a:t>                            Discrete Choice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 a distribution to      and specify </a:t>
            </a:r>
          </a:p>
          <a:p>
            <a:endParaRPr lang="en-US" dirty="0"/>
          </a:p>
          <a:p>
            <a:r>
              <a:rPr lang="en-US" dirty="0"/>
              <a:t>Want                                          close to</a:t>
            </a:r>
          </a:p>
          <a:p>
            <a:endParaRPr lang="en-US" dirty="0"/>
          </a:p>
          <a:p>
            <a:r>
              <a:rPr lang="en-US" dirty="0"/>
              <a:t>Allows for statistical estimation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76B-3530-4A38-9039-A1F14DBE6A13}" type="slidenum">
              <a:rPr lang="en-US" altLang="en-US" smtClean="0"/>
              <a:pPr/>
              <a:t>12</a:t>
            </a:fld>
            <a:endParaRPr lang="en-US" alt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477732"/>
              </p:ext>
            </p:extLst>
          </p:nvPr>
        </p:nvGraphicFramePr>
        <p:xfrm>
          <a:off x="1600200" y="707066"/>
          <a:ext cx="3098800" cy="61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03040" progId="Equation.DSMT4">
                  <p:embed/>
                </p:oleObj>
              </mc:Choice>
              <mc:Fallback>
                <p:oleObj name="Equation" r:id="rId3" imgW="1015920" imgH="20304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0200" y="707066"/>
                        <a:ext cx="3098800" cy="619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604173"/>
              </p:ext>
            </p:extLst>
          </p:nvPr>
        </p:nvGraphicFramePr>
        <p:xfrm>
          <a:off x="3974614" y="2057400"/>
          <a:ext cx="293265" cy="510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80" imgH="228600" progId="Equation.DSMT4">
                  <p:embed/>
                </p:oleObj>
              </mc:Choice>
              <mc:Fallback>
                <p:oleObj name="Equation" r:id="rId5" imgW="139680" imgH="2286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74614" y="2057400"/>
                        <a:ext cx="293265" cy="5105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61681"/>
              </p:ext>
            </p:extLst>
          </p:nvPr>
        </p:nvGraphicFramePr>
        <p:xfrm>
          <a:off x="5867400" y="2088026"/>
          <a:ext cx="586540" cy="426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9360" imgH="203040" progId="Equation.DSMT4">
                  <p:embed/>
                </p:oleObj>
              </mc:Choice>
              <mc:Fallback>
                <p:oleObj name="Equation" r:id="rId7" imgW="279360" imgH="20304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67400" y="2088026"/>
                        <a:ext cx="586540" cy="4265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/>
              <p:cNvSpPr txBox="1"/>
              <p:nvPr/>
            </p:nvSpPr>
            <p:spPr>
              <a:xfrm>
                <a:off x="1727200" y="2801937"/>
                <a:ext cx="2486025" cy="855663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𝑏𝑥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200" y="2801937"/>
                <a:ext cx="2486025" cy="8556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361122"/>
              </p:ext>
            </p:extLst>
          </p:nvPr>
        </p:nvGraphicFramePr>
        <p:xfrm>
          <a:off x="5463065" y="2949077"/>
          <a:ext cx="1350634" cy="469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83920" imgH="203040" progId="Equation.DSMT4">
                  <p:embed/>
                </p:oleObj>
              </mc:Choice>
              <mc:Fallback>
                <p:oleObj name="Equation" r:id="rId11" imgW="583920" imgH="20304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63065" y="2949077"/>
                        <a:ext cx="1350634" cy="4697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FB6E0A9-A35B-4A61-AB8D-E3C66E93B330}"/>
                  </a:ext>
                </a:extLst>
              </p14:cNvPr>
              <p14:cNvContentPartPr/>
              <p14:nvPr/>
            </p14:nvContentPartPr>
            <p14:xfrm>
              <a:off x="1724040" y="2791800"/>
              <a:ext cx="3071160" cy="1714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FB6E0A9-A35B-4A61-AB8D-E3C66E93B33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14680" y="2782440"/>
                <a:ext cx="3089880" cy="173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6644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552667"/>
            <a:ext cx="7239000" cy="1048268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Discrete Choice: Technical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C952D-5DBA-4470-9E38-D0DBB3402013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6200" y="1524000"/>
            <a:ext cx="8534400" cy="4718050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0000FF"/>
              </a:buClr>
              <a:buSzPct val="100000"/>
              <a:defRPr/>
            </a:pPr>
            <a:endParaRPr lang="en-US" sz="2000" kern="0" dirty="0">
              <a:solidFill>
                <a:schemeClr val="tx2"/>
              </a:solidFill>
              <a:latin typeface="+mn-lt"/>
            </a:endParaRPr>
          </a:p>
          <a:p>
            <a:pPr marL="457200" indent="-457200">
              <a:buClr>
                <a:srgbClr val="0000FF"/>
              </a:buClr>
              <a:buSzPct val="100000"/>
              <a:buFontTx/>
              <a:buChar char="•"/>
              <a:defRPr/>
            </a:pPr>
            <a:r>
              <a:rPr lang="en-US" sz="2000" kern="0" dirty="0">
                <a:solidFill>
                  <a:schemeClr val="tx2"/>
                </a:solidFill>
                <a:latin typeface="+mn-lt"/>
              </a:rPr>
              <a:t>  </a:t>
            </a:r>
          </a:p>
          <a:p>
            <a:pPr marL="457200" indent="-457200">
              <a:buClr>
                <a:srgbClr val="0000FF"/>
              </a:buClr>
              <a:buSzPct val="100000"/>
              <a:buFontTx/>
              <a:buChar char="•"/>
              <a:defRPr/>
            </a:pPr>
            <a:endParaRPr lang="en-US" sz="2000" kern="0" dirty="0">
              <a:solidFill>
                <a:schemeClr val="tx2"/>
              </a:solidFill>
              <a:latin typeface="+mn-lt"/>
            </a:endParaRPr>
          </a:p>
          <a:p>
            <a:pPr marL="457200" indent="-457200">
              <a:buClr>
                <a:srgbClr val="0000FF"/>
              </a:buClr>
              <a:buSzPct val="100000"/>
              <a:buFontTx/>
              <a:buChar char="•"/>
              <a:defRPr/>
            </a:pPr>
            <a:r>
              <a:rPr lang="en-US" sz="2000" kern="0" dirty="0">
                <a:solidFill>
                  <a:schemeClr val="tx2"/>
                </a:solidFill>
                <a:latin typeface="+mn-lt"/>
              </a:rPr>
              <a:t>  </a:t>
            </a:r>
          </a:p>
          <a:p>
            <a:pPr marL="457200" indent="-457200">
              <a:buClr>
                <a:srgbClr val="0000FF"/>
              </a:buClr>
              <a:buSzPct val="100000"/>
              <a:buFontTx/>
              <a:buChar char="•"/>
              <a:defRPr/>
            </a:pPr>
            <a:r>
              <a:rPr lang="en-US" sz="2000" kern="0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marL="457200" indent="-457200">
              <a:buClr>
                <a:srgbClr val="0000FF"/>
              </a:buClr>
              <a:buSzPct val="100000"/>
              <a:buFontTx/>
              <a:buChar char="•"/>
              <a:defRPr/>
            </a:pPr>
            <a:endParaRPr lang="en-US" sz="2000" kern="0" dirty="0">
              <a:solidFill>
                <a:schemeClr val="tx2"/>
              </a:solidFill>
              <a:latin typeface="+mn-lt"/>
            </a:endParaRPr>
          </a:p>
          <a:p>
            <a:pPr marL="457200" indent="-457200">
              <a:buClr>
                <a:srgbClr val="0000FF"/>
              </a:buClr>
              <a:buSzPct val="100000"/>
              <a:buFontTx/>
              <a:buChar char="•"/>
              <a:defRPr/>
            </a:pPr>
            <a:endParaRPr lang="en-US" sz="2000" kern="0" dirty="0">
              <a:solidFill>
                <a:schemeClr val="tx2"/>
              </a:solidFill>
              <a:latin typeface="+mn-lt"/>
            </a:endParaRPr>
          </a:p>
          <a:p>
            <a:pPr marL="457200" indent="-457200">
              <a:buClr>
                <a:srgbClr val="0000FF"/>
              </a:buClr>
              <a:buSzPct val="100000"/>
              <a:buFontTx/>
              <a:buChar char="•"/>
              <a:defRPr/>
            </a:pPr>
            <a:endParaRPr lang="en-US" sz="2000" kern="0" dirty="0">
              <a:solidFill>
                <a:schemeClr val="tx2"/>
              </a:solidFill>
              <a:latin typeface="+mn-lt"/>
            </a:endParaRPr>
          </a:p>
          <a:p>
            <a:pPr marL="457200" indent="-457200">
              <a:buClr>
                <a:srgbClr val="0000FF"/>
              </a:buClr>
              <a:buSzPct val="100000"/>
              <a:buFontTx/>
              <a:buChar char="•"/>
              <a:defRPr/>
            </a:pPr>
            <a:endParaRPr lang="en-US" sz="2000" kern="0" dirty="0">
              <a:solidFill>
                <a:schemeClr val="tx2"/>
              </a:solidFill>
              <a:latin typeface="+mn-lt"/>
            </a:endParaRPr>
          </a:p>
          <a:p>
            <a:pPr marL="457200" indent="-457200">
              <a:buClr>
                <a:srgbClr val="0000FF"/>
              </a:buClr>
              <a:buSzPct val="100000"/>
              <a:buFontTx/>
              <a:buChar char="•"/>
              <a:defRPr/>
            </a:pPr>
            <a:r>
              <a:rPr lang="en-US" sz="2000" kern="0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marL="457200" indent="-457200">
              <a:buClr>
                <a:srgbClr val="0000FF"/>
              </a:buClr>
              <a:buSzPct val="100000"/>
              <a:buFontTx/>
              <a:buChar char="•"/>
              <a:defRPr/>
            </a:pPr>
            <a:endParaRPr lang="en-US" sz="2000" kern="0" dirty="0">
              <a:solidFill>
                <a:schemeClr val="tx2"/>
              </a:solidFill>
              <a:latin typeface="+mn-lt"/>
            </a:endParaRPr>
          </a:p>
          <a:p>
            <a:pPr marL="457200" indent="-457200">
              <a:buClr>
                <a:srgbClr val="0000FF"/>
              </a:buClr>
              <a:buSzPct val="100000"/>
              <a:buFontTx/>
              <a:buChar char="•"/>
              <a:defRPr/>
            </a:pPr>
            <a:endParaRPr lang="en-US" sz="2000" kern="0" dirty="0">
              <a:solidFill>
                <a:schemeClr val="tx2"/>
              </a:solidFill>
              <a:latin typeface="+mn-lt"/>
            </a:endParaRPr>
          </a:p>
          <a:p>
            <a:pPr marL="457200" indent="-457200">
              <a:buClr>
                <a:srgbClr val="0000FF"/>
              </a:buClr>
              <a:buSzPct val="100000"/>
              <a:buFontTx/>
              <a:buChar char="•"/>
              <a:defRPr/>
            </a:pPr>
            <a:r>
              <a:rPr lang="en-US" sz="2200" kern="0" dirty="0">
                <a:solidFill>
                  <a:schemeClr val="tx2"/>
                </a:solidFill>
                <a:latin typeface="Georgia" panose="02040502050405020303" pitchFamily="18" charset="0"/>
              </a:rPr>
              <a:t>Error term assumptions</a:t>
            </a:r>
          </a:p>
          <a:p>
            <a:pPr marL="914400" lvl="1" indent="-457200">
              <a:buClr>
                <a:srgbClr val="0000FF"/>
              </a:buClr>
              <a:buSzPct val="100000"/>
              <a:buFontTx/>
              <a:buChar char="•"/>
              <a:defRPr/>
            </a:pPr>
            <a:r>
              <a:rPr lang="en-US" sz="2000" kern="0" dirty="0">
                <a:solidFill>
                  <a:schemeClr val="tx2"/>
                </a:solidFill>
                <a:latin typeface="Georgia" panose="02040502050405020303" pitchFamily="18" charset="0"/>
              </a:rPr>
              <a:t>Logit: Extreme Value Type 1 or Gumbel</a:t>
            </a:r>
          </a:p>
          <a:p>
            <a:pPr marL="914400" lvl="1" indent="-457200">
              <a:buClr>
                <a:srgbClr val="0000FF"/>
              </a:buClr>
              <a:buSzPct val="100000"/>
              <a:buFontTx/>
              <a:buChar char="•"/>
              <a:defRPr/>
            </a:pPr>
            <a:r>
              <a:rPr lang="en-US" sz="2000" kern="0" dirty="0" err="1">
                <a:solidFill>
                  <a:schemeClr val="tx2"/>
                </a:solidFill>
                <a:latin typeface="Georgia" panose="02040502050405020303" pitchFamily="18" charset="0"/>
              </a:rPr>
              <a:t>Probit</a:t>
            </a:r>
            <a:r>
              <a:rPr lang="en-US" sz="2000" kern="0" dirty="0">
                <a:solidFill>
                  <a:schemeClr val="tx2"/>
                </a:solidFill>
                <a:latin typeface="Georgia" panose="02040502050405020303" pitchFamily="18" charset="0"/>
              </a:rPr>
              <a:t>: Standard Normal</a:t>
            </a: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968345"/>
              </p:ext>
            </p:extLst>
          </p:nvPr>
        </p:nvGraphicFramePr>
        <p:xfrm>
          <a:off x="698950" y="1828800"/>
          <a:ext cx="13922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2520" imgH="266400" progId="Equation.DSMT4">
                  <p:embed/>
                </p:oleObj>
              </mc:Choice>
              <mc:Fallback>
                <p:oleObj name="Equation" r:id="rId3" imgW="812520" imgH="266400" progId="Equation.DSMT4">
                  <p:embed/>
                  <p:pic>
                    <p:nvPicPr>
                      <p:cNvPr id="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950" y="1828800"/>
                        <a:ext cx="13922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262141"/>
              </p:ext>
            </p:extLst>
          </p:nvPr>
        </p:nvGraphicFramePr>
        <p:xfrm>
          <a:off x="631281" y="2419749"/>
          <a:ext cx="4005898" cy="1351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927000" progId="Equation.DSMT4">
                  <p:embed/>
                </p:oleObj>
              </mc:Choice>
              <mc:Fallback>
                <p:oleObj name="Equation" r:id="rId5" imgW="2743200" imgH="927000" progId="Equation.DSMT4">
                  <p:embed/>
                  <p:pic>
                    <p:nvPicPr>
                      <p:cNvPr id="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281" y="2419749"/>
                        <a:ext cx="4005898" cy="13515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/>
              <p:cNvSpPr txBox="1"/>
              <p:nvPr/>
            </p:nvSpPr>
            <p:spPr>
              <a:xfrm>
                <a:off x="5259929" y="2039484"/>
                <a:ext cx="3187250" cy="1795445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assume</m:t>
                      </m:r>
                      <m:r>
                        <m:rPr>
                          <m:nor/>
                        </m:rPr>
                        <a:rPr 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preferred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to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         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929" y="2039484"/>
                <a:ext cx="3187250" cy="1795445"/>
              </a:xfrm>
              <a:prstGeom prst="rect">
                <a:avLst/>
              </a:prstGeom>
              <a:blipFill>
                <a:blip r:embed="rId8"/>
                <a:stretch>
                  <a:fillRect l="-1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772969"/>
              </p:ext>
            </p:extLst>
          </p:nvPr>
        </p:nvGraphicFramePr>
        <p:xfrm>
          <a:off x="715759" y="4209896"/>
          <a:ext cx="62912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70300" imgH="533400" progId="Equation.DSMT4">
                  <p:embed/>
                </p:oleObj>
              </mc:Choice>
              <mc:Fallback>
                <p:oleObj name="Equation" r:id="rId9" imgW="3670300" imgH="533400" progId="Equation.DSMT4">
                  <p:embed/>
                  <p:pic>
                    <p:nvPicPr>
                      <p:cNvPr id="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759" y="4209896"/>
                        <a:ext cx="629126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E77FB6-C703-4E2F-A7BB-79FCB44C405B}"/>
                  </a:ext>
                </a:extLst>
              </p14:cNvPr>
              <p14:cNvContentPartPr/>
              <p14:nvPr/>
            </p14:nvContentPartPr>
            <p14:xfrm>
              <a:off x="736920" y="1590480"/>
              <a:ext cx="7313040" cy="4704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E77FB6-C703-4E2F-A7BB-79FCB44C405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7560" y="1581120"/>
                <a:ext cx="7331760" cy="472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1064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0" y="533400"/>
            <a:ext cx="7543800" cy="9144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Discrete Choice Model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600200"/>
                <a:ext cx="8534400" cy="5029200"/>
              </a:xfrm>
            </p:spPr>
            <p:txBody>
              <a:bodyPr/>
              <a:lstStyle/>
              <a:p>
                <a:r>
                  <a:rPr lang="en-US" dirty="0"/>
                  <a:t>Non-linear Least Squares</a:t>
                </a:r>
              </a:p>
              <a:p>
                <a:pPr lvl="1"/>
                <a:r>
                  <a:rPr lang="en-US" dirty="0"/>
                  <a:t>MINIMIZE</a:t>
                </a:r>
              </a:p>
              <a:p>
                <a:pPr marL="77724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𝑆𝑆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/>
                                    </a:rPr>
                                    <m:t>=1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Maximum Likelihood (MLE)</a:t>
                </a:r>
              </a:p>
              <a:p>
                <a:pPr lvl="1"/>
                <a:r>
                  <a:rPr lang="en-US" dirty="0"/>
                  <a:t>MAXIMIZE</a:t>
                </a:r>
              </a:p>
              <a:p>
                <a:pPr marL="777240" lvl="2" indent="0">
                  <a:buNone/>
                </a:pPr>
                <a:endParaRPr lang="en-US" i="1" dirty="0">
                  <a:latin typeface="Cambria Math"/>
                </a:endParaRPr>
              </a:p>
              <a:p>
                <a:pPr marL="777240" lvl="2" indent="0">
                  <a:buNone/>
                </a:pPr>
                <a:endParaRPr lang="en-US" i="1" dirty="0">
                  <a:latin typeface="Cambria Math"/>
                </a:endParaRPr>
              </a:p>
              <a:p>
                <a:pPr marL="777240" lvl="2" indent="0">
                  <a:buNone/>
                </a:pPr>
                <a:endParaRPr lang="en-US" i="1" dirty="0">
                  <a:latin typeface="Cambria Math"/>
                </a:endParaRPr>
              </a:p>
              <a:p>
                <a:pPr marL="77724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𝑙𝑛𝐿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=1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(1−</m:t>
                          </m:r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)∗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600200"/>
                <a:ext cx="8534400" cy="5029200"/>
              </a:xfrm>
              <a:blipFill>
                <a:blip r:embed="rId4"/>
                <a:stretch>
                  <a:fillRect l="-1071" t="-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76B-3530-4A38-9039-A1F14DBE6A13}" type="slidenum">
              <a:rPr lang="en-US" altLang="en-US" smtClean="0"/>
              <a:pPr/>
              <a:t>14</a:t>
            </a:fld>
            <a:endParaRPr lang="en-US" alt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679425"/>
              </p:ext>
            </p:extLst>
          </p:nvPr>
        </p:nvGraphicFramePr>
        <p:xfrm>
          <a:off x="2122488" y="4343400"/>
          <a:ext cx="348932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90640" imgH="431640" progId="Equation.DSMT4">
                  <p:embed/>
                </p:oleObj>
              </mc:Choice>
              <mc:Fallback>
                <p:oleObj name="Equation" r:id="rId5" imgW="1790640" imgH="43164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2488" y="4343400"/>
                        <a:ext cx="3489325" cy="84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FB16C9-09D1-4B2C-AF0C-824B0BCAFAE2}"/>
                  </a:ext>
                </a:extLst>
              </p14:cNvPr>
              <p14:cNvContentPartPr/>
              <p14:nvPr/>
            </p14:nvContentPartPr>
            <p14:xfrm>
              <a:off x="882720" y="1809360"/>
              <a:ext cx="3544200" cy="2162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FB16C9-09D1-4B2C-AF0C-824B0BCAFAE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3360" y="1800000"/>
                <a:ext cx="3562920" cy="218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9674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00200" y="456250"/>
            <a:ext cx="7315200" cy="1143000"/>
          </a:xfrm>
        </p:spPr>
        <p:txBody>
          <a:bodyPr/>
          <a:lstStyle/>
          <a:p>
            <a:r>
              <a:rPr lang="en-US" dirty="0"/>
              <a:t>Discrete Choice Models : Effect of Changing the Constant 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F6FDDB-663A-4886-B514-B2E7CBD470C0}" type="slidenum">
              <a:rPr lang="en-US" altLang="en-US" smtClean="0"/>
              <a:pPr/>
              <a:t>15</a:t>
            </a:fld>
            <a:endParaRPr lang="en-US" altLang="en-US"/>
          </a:p>
        </p:txBody>
      </p:sp>
      <p:grpSp>
        <p:nvGrpSpPr>
          <p:cNvPr id="9" name="Group 8"/>
          <p:cNvGrpSpPr/>
          <p:nvPr/>
        </p:nvGrpSpPr>
        <p:grpSpPr>
          <a:xfrm>
            <a:off x="1554727" y="2209800"/>
            <a:ext cx="7544865" cy="3636497"/>
            <a:chOff x="1529871" y="1846115"/>
            <a:chExt cx="8484327" cy="4381182"/>
          </a:xfrm>
        </p:grpSpPr>
        <p:sp>
          <p:nvSpPr>
            <p:cNvPr id="10" name="object 3"/>
            <p:cNvSpPr/>
            <p:nvPr/>
          </p:nvSpPr>
          <p:spPr>
            <a:xfrm>
              <a:off x="1529871" y="2449777"/>
              <a:ext cx="5141595" cy="3202940"/>
            </a:xfrm>
            <a:custGeom>
              <a:avLst/>
              <a:gdLst/>
              <a:ahLst/>
              <a:cxnLst/>
              <a:rect l="l" t="t" r="r" b="b"/>
              <a:pathLst>
                <a:path w="5141595" h="3202940">
                  <a:moveTo>
                    <a:pt x="127821" y="3169226"/>
                  </a:moveTo>
                  <a:lnTo>
                    <a:pt x="0" y="3169226"/>
                  </a:lnTo>
                  <a:lnTo>
                    <a:pt x="0" y="3202763"/>
                  </a:lnTo>
                  <a:lnTo>
                    <a:pt x="127821" y="3202763"/>
                  </a:lnTo>
                  <a:lnTo>
                    <a:pt x="127821" y="3169226"/>
                  </a:lnTo>
                  <a:close/>
                </a:path>
                <a:path w="5141595" h="3202940">
                  <a:moveTo>
                    <a:pt x="340857" y="3169226"/>
                  </a:moveTo>
                  <a:lnTo>
                    <a:pt x="213036" y="3169226"/>
                  </a:lnTo>
                  <a:lnTo>
                    <a:pt x="213036" y="3202763"/>
                  </a:lnTo>
                  <a:lnTo>
                    <a:pt x="340857" y="3202763"/>
                  </a:lnTo>
                  <a:lnTo>
                    <a:pt x="340857" y="3169226"/>
                  </a:lnTo>
                  <a:close/>
                </a:path>
                <a:path w="5141595" h="3202940">
                  <a:moveTo>
                    <a:pt x="568096" y="3169226"/>
                  </a:moveTo>
                  <a:lnTo>
                    <a:pt x="440274" y="3169226"/>
                  </a:lnTo>
                  <a:lnTo>
                    <a:pt x="440274" y="3202763"/>
                  </a:lnTo>
                  <a:lnTo>
                    <a:pt x="568096" y="3202763"/>
                  </a:lnTo>
                  <a:lnTo>
                    <a:pt x="568096" y="3169226"/>
                  </a:lnTo>
                  <a:close/>
                </a:path>
                <a:path w="5141595" h="3202940">
                  <a:moveTo>
                    <a:pt x="795334" y="3169226"/>
                  </a:moveTo>
                  <a:lnTo>
                    <a:pt x="667513" y="3169226"/>
                  </a:lnTo>
                  <a:lnTo>
                    <a:pt x="667513" y="3202763"/>
                  </a:lnTo>
                  <a:lnTo>
                    <a:pt x="795334" y="3202763"/>
                  </a:lnTo>
                  <a:lnTo>
                    <a:pt x="795334" y="3169226"/>
                  </a:lnTo>
                  <a:close/>
                </a:path>
                <a:path w="5141595" h="3202940">
                  <a:moveTo>
                    <a:pt x="1022573" y="3153748"/>
                  </a:moveTo>
                  <a:lnTo>
                    <a:pt x="1012834" y="3153896"/>
                  </a:lnTo>
                  <a:lnTo>
                    <a:pt x="908954" y="3169226"/>
                  </a:lnTo>
                  <a:lnTo>
                    <a:pt x="0" y="3169226"/>
                  </a:lnTo>
                  <a:lnTo>
                    <a:pt x="894751" y="3169226"/>
                  </a:lnTo>
                  <a:lnTo>
                    <a:pt x="894751" y="3202763"/>
                  </a:lnTo>
                  <a:lnTo>
                    <a:pt x="1022573" y="3202763"/>
                  </a:lnTo>
                  <a:lnTo>
                    <a:pt x="1022573" y="3153748"/>
                  </a:lnTo>
                  <a:close/>
                </a:path>
                <a:path w="5141595" h="3202940">
                  <a:moveTo>
                    <a:pt x="1235609" y="3138187"/>
                  </a:moveTo>
                  <a:lnTo>
                    <a:pt x="1223774" y="3138484"/>
                  </a:lnTo>
                  <a:lnTo>
                    <a:pt x="1164597" y="3152458"/>
                  </a:lnTo>
                  <a:lnTo>
                    <a:pt x="1107787" y="3152458"/>
                  </a:lnTo>
                  <a:lnTo>
                    <a:pt x="1107787" y="3185995"/>
                  </a:lnTo>
                  <a:lnTo>
                    <a:pt x="1235609" y="3185995"/>
                  </a:lnTo>
                  <a:lnTo>
                    <a:pt x="1235609" y="3138187"/>
                  </a:lnTo>
                  <a:close/>
                </a:path>
                <a:path w="5141595" h="3202940">
                  <a:moveTo>
                    <a:pt x="1107787" y="3169226"/>
                  </a:moveTo>
                  <a:lnTo>
                    <a:pt x="1022573" y="3169226"/>
                  </a:lnTo>
                  <a:lnTo>
                    <a:pt x="1107787" y="3169226"/>
                  </a:lnTo>
                  <a:close/>
                </a:path>
                <a:path w="5141595" h="3202940">
                  <a:moveTo>
                    <a:pt x="1335025" y="3169226"/>
                  </a:moveTo>
                  <a:lnTo>
                    <a:pt x="1235609" y="3169226"/>
                  </a:lnTo>
                  <a:lnTo>
                    <a:pt x="1335025" y="3169226"/>
                  </a:lnTo>
                  <a:close/>
                </a:path>
                <a:path w="5141595" h="3202940">
                  <a:moveTo>
                    <a:pt x="1462848" y="3102152"/>
                  </a:moveTo>
                  <a:lnTo>
                    <a:pt x="1448645" y="3102152"/>
                  </a:lnTo>
                  <a:lnTo>
                    <a:pt x="1406037" y="3118921"/>
                  </a:lnTo>
                  <a:lnTo>
                    <a:pt x="1349227" y="3135689"/>
                  </a:lnTo>
                  <a:lnTo>
                    <a:pt x="1335025" y="3135689"/>
                  </a:lnTo>
                  <a:lnTo>
                    <a:pt x="1335025" y="3169226"/>
                  </a:lnTo>
                  <a:lnTo>
                    <a:pt x="1349227" y="3169226"/>
                  </a:lnTo>
                  <a:lnTo>
                    <a:pt x="1406037" y="3152458"/>
                  </a:lnTo>
                  <a:lnTo>
                    <a:pt x="1462848" y="3152458"/>
                  </a:lnTo>
                  <a:lnTo>
                    <a:pt x="1462848" y="3102152"/>
                  </a:lnTo>
                  <a:close/>
                </a:path>
                <a:path w="5141595" h="3202940">
                  <a:moveTo>
                    <a:pt x="1022573" y="3152458"/>
                  </a:moveTo>
                  <a:lnTo>
                    <a:pt x="1012834" y="3153896"/>
                  </a:lnTo>
                  <a:lnTo>
                    <a:pt x="1022573" y="3153748"/>
                  </a:lnTo>
                  <a:lnTo>
                    <a:pt x="1022573" y="3152458"/>
                  </a:lnTo>
                  <a:close/>
                </a:path>
                <a:path w="5141595" h="3202940">
                  <a:moveTo>
                    <a:pt x="1235609" y="3135689"/>
                  </a:moveTo>
                  <a:lnTo>
                    <a:pt x="1223774" y="3138484"/>
                  </a:lnTo>
                  <a:lnTo>
                    <a:pt x="1235609" y="3138187"/>
                  </a:lnTo>
                  <a:lnTo>
                    <a:pt x="1235609" y="3135689"/>
                  </a:lnTo>
                  <a:close/>
                </a:path>
                <a:path w="5141595" h="3202940">
                  <a:moveTo>
                    <a:pt x="1675884" y="3051848"/>
                  </a:moveTo>
                  <a:lnTo>
                    <a:pt x="1647478" y="3068615"/>
                  </a:lnTo>
                  <a:lnTo>
                    <a:pt x="1604871" y="3068615"/>
                  </a:lnTo>
                  <a:lnTo>
                    <a:pt x="1548062" y="3085384"/>
                  </a:lnTo>
                  <a:lnTo>
                    <a:pt x="1562263" y="3118921"/>
                  </a:lnTo>
                  <a:lnTo>
                    <a:pt x="1604871" y="3118921"/>
                  </a:lnTo>
                  <a:lnTo>
                    <a:pt x="1661681" y="3102152"/>
                  </a:lnTo>
                  <a:lnTo>
                    <a:pt x="1690085" y="3085384"/>
                  </a:lnTo>
                  <a:lnTo>
                    <a:pt x="1675884" y="3051848"/>
                  </a:lnTo>
                  <a:close/>
                </a:path>
                <a:path w="5141595" h="3202940">
                  <a:moveTo>
                    <a:pt x="1874716" y="2951238"/>
                  </a:moveTo>
                  <a:lnTo>
                    <a:pt x="1832109" y="2968006"/>
                  </a:lnTo>
                  <a:lnTo>
                    <a:pt x="1761097" y="3018311"/>
                  </a:lnTo>
                  <a:lnTo>
                    <a:pt x="1775299" y="3051848"/>
                  </a:lnTo>
                  <a:lnTo>
                    <a:pt x="1846312" y="3001543"/>
                  </a:lnTo>
                  <a:lnTo>
                    <a:pt x="1888919" y="2984774"/>
                  </a:lnTo>
                  <a:lnTo>
                    <a:pt x="1874716" y="2951238"/>
                  </a:lnTo>
                  <a:close/>
                </a:path>
                <a:path w="5141595" h="3202940">
                  <a:moveTo>
                    <a:pt x="2059348" y="2800322"/>
                  </a:moveTo>
                  <a:lnTo>
                    <a:pt x="2030943" y="2833858"/>
                  </a:lnTo>
                  <a:lnTo>
                    <a:pt x="1974134" y="2884164"/>
                  </a:lnTo>
                  <a:lnTo>
                    <a:pt x="1959931" y="2900932"/>
                  </a:lnTo>
                  <a:lnTo>
                    <a:pt x="1974134" y="2917701"/>
                  </a:lnTo>
                  <a:lnTo>
                    <a:pt x="1988337" y="2917701"/>
                  </a:lnTo>
                  <a:lnTo>
                    <a:pt x="2045147" y="2867394"/>
                  </a:lnTo>
                  <a:lnTo>
                    <a:pt x="2073550" y="2833858"/>
                  </a:lnTo>
                  <a:lnTo>
                    <a:pt x="2059348" y="2800322"/>
                  </a:lnTo>
                  <a:close/>
                </a:path>
                <a:path w="5141595" h="3202940">
                  <a:moveTo>
                    <a:pt x="2229778" y="2632637"/>
                  </a:moveTo>
                  <a:lnTo>
                    <a:pt x="2187169" y="2666174"/>
                  </a:lnTo>
                  <a:lnTo>
                    <a:pt x="2144562" y="2733248"/>
                  </a:lnTo>
                  <a:lnTo>
                    <a:pt x="2130360" y="2733248"/>
                  </a:lnTo>
                  <a:lnTo>
                    <a:pt x="2158765" y="2766785"/>
                  </a:lnTo>
                  <a:lnTo>
                    <a:pt x="2158765" y="2750016"/>
                  </a:lnTo>
                  <a:lnTo>
                    <a:pt x="2215574" y="2699711"/>
                  </a:lnTo>
                  <a:lnTo>
                    <a:pt x="2243979" y="2666174"/>
                  </a:lnTo>
                  <a:lnTo>
                    <a:pt x="2229778" y="2632637"/>
                  </a:lnTo>
                  <a:close/>
                </a:path>
                <a:path w="5141595" h="3202940">
                  <a:moveTo>
                    <a:pt x="2371801" y="2431417"/>
                  </a:moveTo>
                  <a:lnTo>
                    <a:pt x="2286586" y="2548796"/>
                  </a:lnTo>
                  <a:lnTo>
                    <a:pt x="2314991" y="2582332"/>
                  </a:lnTo>
                  <a:lnTo>
                    <a:pt x="2400206" y="2464954"/>
                  </a:lnTo>
                  <a:lnTo>
                    <a:pt x="2371801" y="2431417"/>
                  </a:lnTo>
                  <a:close/>
                </a:path>
                <a:path w="5141595" h="3202940">
                  <a:moveTo>
                    <a:pt x="2513825" y="2230196"/>
                  </a:moveTo>
                  <a:lnTo>
                    <a:pt x="2485421" y="2280500"/>
                  </a:lnTo>
                  <a:lnTo>
                    <a:pt x="2428610" y="2347575"/>
                  </a:lnTo>
                  <a:lnTo>
                    <a:pt x="2457015" y="2381112"/>
                  </a:lnTo>
                  <a:lnTo>
                    <a:pt x="2499622" y="2314037"/>
                  </a:lnTo>
                  <a:lnTo>
                    <a:pt x="2542230" y="2263733"/>
                  </a:lnTo>
                  <a:lnTo>
                    <a:pt x="2513825" y="2230196"/>
                  </a:lnTo>
                  <a:close/>
                </a:path>
                <a:path w="5141595" h="3202940">
                  <a:moveTo>
                    <a:pt x="2655849" y="2028976"/>
                  </a:moveTo>
                  <a:lnTo>
                    <a:pt x="2627444" y="2062513"/>
                  </a:lnTo>
                  <a:lnTo>
                    <a:pt x="2584837" y="2146354"/>
                  </a:lnTo>
                  <a:lnTo>
                    <a:pt x="2570634" y="2146354"/>
                  </a:lnTo>
                  <a:lnTo>
                    <a:pt x="2599039" y="2179891"/>
                  </a:lnTo>
                  <a:lnTo>
                    <a:pt x="2599039" y="2163123"/>
                  </a:lnTo>
                  <a:lnTo>
                    <a:pt x="2655849" y="2096049"/>
                  </a:lnTo>
                  <a:lnTo>
                    <a:pt x="2684254" y="2045743"/>
                  </a:lnTo>
                  <a:lnTo>
                    <a:pt x="2655849" y="2028976"/>
                  </a:lnTo>
                  <a:close/>
                </a:path>
                <a:path w="5141595" h="3202940">
                  <a:moveTo>
                    <a:pt x="2769468" y="1810986"/>
                  </a:moveTo>
                  <a:lnTo>
                    <a:pt x="2726861" y="1894828"/>
                  </a:lnTo>
                  <a:lnTo>
                    <a:pt x="2712659" y="1928365"/>
                  </a:lnTo>
                  <a:lnTo>
                    <a:pt x="2726861" y="1961902"/>
                  </a:lnTo>
                  <a:lnTo>
                    <a:pt x="2755266" y="1911596"/>
                  </a:lnTo>
                  <a:lnTo>
                    <a:pt x="2797873" y="1827754"/>
                  </a:lnTo>
                  <a:lnTo>
                    <a:pt x="2769468" y="1810986"/>
                  </a:lnTo>
                  <a:close/>
                </a:path>
                <a:path w="5141595" h="3202940">
                  <a:moveTo>
                    <a:pt x="2883087" y="1576228"/>
                  </a:moveTo>
                  <a:lnTo>
                    <a:pt x="2854683" y="1626534"/>
                  </a:lnTo>
                  <a:lnTo>
                    <a:pt x="2826278" y="1710376"/>
                  </a:lnTo>
                  <a:lnTo>
                    <a:pt x="2854683" y="1727145"/>
                  </a:lnTo>
                  <a:lnTo>
                    <a:pt x="2897290" y="1643302"/>
                  </a:lnTo>
                  <a:lnTo>
                    <a:pt x="2911492" y="1592997"/>
                  </a:lnTo>
                  <a:lnTo>
                    <a:pt x="2883087" y="1576228"/>
                  </a:lnTo>
                  <a:close/>
                </a:path>
                <a:path w="5141595" h="3202940">
                  <a:moveTo>
                    <a:pt x="2982504" y="1341471"/>
                  </a:moveTo>
                  <a:lnTo>
                    <a:pt x="2954100" y="1425313"/>
                  </a:lnTo>
                  <a:lnTo>
                    <a:pt x="2925695" y="1475619"/>
                  </a:lnTo>
                  <a:lnTo>
                    <a:pt x="2954100" y="1492387"/>
                  </a:lnTo>
                  <a:lnTo>
                    <a:pt x="2982504" y="1442082"/>
                  </a:lnTo>
                  <a:lnTo>
                    <a:pt x="3010909" y="1358239"/>
                  </a:lnTo>
                  <a:lnTo>
                    <a:pt x="2982504" y="1341471"/>
                  </a:lnTo>
                  <a:close/>
                </a:path>
                <a:path w="5141595" h="3202940">
                  <a:moveTo>
                    <a:pt x="3103876" y="1172250"/>
                  </a:moveTo>
                  <a:lnTo>
                    <a:pt x="3055072" y="1203650"/>
                  </a:lnTo>
                  <a:lnTo>
                    <a:pt x="3039314" y="1240861"/>
                  </a:lnTo>
                  <a:lnTo>
                    <a:pt x="3067719" y="1257628"/>
                  </a:lnTo>
                  <a:lnTo>
                    <a:pt x="3103876" y="1172250"/>
                  </a:lnTo>
                  <a:close/>
                </a:path>
                <a:path w="5141595" h="3202940">
                  <a:moveTo>
                    <a:pt x="3096124" y="1123482"/>
                  </a:moveTo>
                  <a:lnTo>
                    <a:pt x="3081921" y="1140250"/>
                  </a:lnTo>
                  <a:lnTo>
                    <a:pt x="3055072" y="1203650"/>
                  </a:lnTo>
                  <a:lnTo>
                    <a:pt x="3103876" y="1172250"/>
                  </a:lnTo>
                  <a:lnTo>
                    <a:pt x="3110326" y="1157019"/>
                  </a:lnTo>
                  <a:lnTo>
                    <a:pt x="3124528" y="1140250"/>
                  </a:lnTo>
                  <a:lnTo>
                    <a:pt x="3096124" y="1123482"/>
                  </a:lnTo>
                  <a:close/>
                </a:path>
                <a:path w="5141595" h="3202940">
                  <a:moveTo>
                    <a:pt x="3244125" y="912549"/>
                  </a:moveTo>
                  <a:lnTo>
                    <a:pt x="3194183" y="947290"/>
                  </a:lnTo>
                  <a:lnTo>
                    <a:pt x="3181338" y="972565"/>
                  </a:lnTo>
                  <a:lnTo>
                    <a:pt x="3152933" y="1022871"/>
                  </a:lnTo>
                  <a:lnTo>
                    <a:pt x="3181338" y="1039641"/>
                  </a:lnTo>
                  <a:lnTo>
                    <a:pt x="3195540" y="989335"/>
                  </a:lnTo>
                  <a:lnTo>
                    <a:pt x="3252350" y="922261"/>
                  </a:lnTo>
                  <a:lnTo>
                    <a:pt x="3244125" y="912549"/>
                  </a:lnTo>
                  <a:close/>
                </a:path>
                <a:path w="5141595" h="3202940">
                  <a:moveTo>
                    <a:pt x="3223945" y="888724"/>
                  </a:moveTo>
                  <a:lnTo>
                    <a:pt x="3194183" y="947290"/>
                  </a:lnTo>
                  <a:lnTo>
                    <a:pt x="3244125" y="912549"/>
                  </a:lnTo>
                  <a:lnTo>
                    <a:pt x="3223945" y="888724"/>
                  </a:lnTo>
                  <a:close/>
                </a:path>
                <a:path w="5141595" h="3202940">
                  <a:moveTo>
                    <a:pt x="3333776" y="799668"/>
                  </a:moveTo>
                  <a:lnTo>
                    <a:pt x="3297922" y="825152"/>
                  </a:lnTo>
                  <a:lnTo>
                    <a:pt x="3309160" y="838419"/>
                  </a:lnTo>
                  <a:lnTo>
                    <a:pt x="3333776" y="799668"/>
                  </a:lnTo>
                  <a:close/>
                </a:path>
                <a:path w="5141595" h="3202940">
                  <a:moveTo>
                    <a:pt x="3383204" y="707852"/>
                  </a:moveTo>
                  <a:lnTo>
                    <a:pt x="3307324" y="763057"/>
                  </a:lnTo>
                  <a:lnTo>
                    <a:pt x="3280755" y="804882"/>
                  </a:lnTo>
                  <a:lnTo>
                    <a:pt x="3297922" y="825152"/>
                  </a:lnTo>
                  <a:lnTo>
                    <a:pt x="3333776" y="799668"/>
                  </a:lnTo>
                  <a:lnTo>
                    <a:pt x="3351767" y="771345"/>
                  </a:lnTo>
                  <a:lnTo>
                    <a:pt x="3394374" y="721041"/>
                  </a:lnTo>
                  <a:lnTo>
                    <a:pt x="3383204" y="707852"/>
                  </a:lnTo>
                  <a:close/>
                </a:path>
                <a:path w="5141595" h="3202940">
                  <a:moveTo>
                    <a:pt x="3365969" y="687504"/>
                  </a:moveTo>
                  <a:lnTo>
                    <a:pt x="3323362" y="737809"/>
                  </a:lnTo>
                  <a:lnTo>
                    <a:pt x="3307324" y="763057"/>
                  </a:lnTo>
                  <a:lnTo>
                    <a:pt x="3383204" y="707852"/>
                  </a:lnTo>
                  <a:lnTo>
                    <a:pt x="3365969" y="687504"/>
                  </a:lnTo>
                  <a:close/>
                </a:path>
                <a:path w="5141595" h="3202940">
                  <a:moveTo>
                    <a:pt x="3478416" y="638582"/>
                  </a:moveTo>
                  <a:lnTo>
                    <a:pt x="3463475" y="649453"/>
                  </a:lnTo>
                  <a:lnTo>
                    <a:pt x="3465386" y="653967"/>
                  </a:lnTo>
                  <a:lnTo>
                    <a:pt x="3478416" y="638582"/>
                  </a:lnTo>
                  <a:close/>
                </a:path>
                <a:path w="5141595" h="3202940">
                  <a:moveTo>
                    <a:pt x="3555663" y="531773"/>
                  </a:moveTo>
                  <a:lnTo>
                    <a:pt x="3476607" y="590414"/>
                  </a:lnTo>
                  <a:lnTo>
                    <a:pt x="3451184" y="620430"/>
                  </a:lnTo>
                  <a:lnTo>
                    <a:pt x="3463475" y="649453"/>
                  </a:lnTo>
                  <a:lnTo>
                    <a:pt x="3478416" y="638582"/>
                  </a:lnTo>
                  <a:lnTo>
                    <a:pt x="3507994" y="603661"/>
                  </a:lnTo>
                  <a:lnTo>
                    <a:pt x="3564803" y="553356"/>
                  </a:lnTo>
                  <a:lnTo>
                    <a:pt x="3555663" y="531773"/>
                  </a:lnTo>
                  <a:close/>
                </a:path>
                <a:path w="5141595" h="3202940">
                  <a:moveTo>
                    <a:pt x="3551448" y="521819"/>
                  </a:moveTo>
                  <a:lnTo>
                    <a:pt x="3531819" y="536451"/>
                  </a:lnTo>
                  <a:lnTo>
                    <a:pt x="3493791" y="570125"/>
                  </a:lnTo>
                  <a:lnTo>
                    <a:pt x="3476607" y="590414"/>
                  </a:lnTo>
                  <a:lnTo>
                    <a:pt x="3555663" y="531773"/>
                  </a:lnTo>
                  <a:lnTo>
                    <a:pt x="3551448" y="521819"/>
                  </a:lnTo>
                  <a:close/>
                </a:path>
                <a:path w="5141595" h="3202940">
                  <a:moveTo>
                    <a:pt x="3550601" y="519819"/>
                  </a:moveTo>
                  <a:lnTo>
                    <a:pt x="3531819" y="536451"/>
                  </a:lnTo>
                  <a:lnTo>
                    <a:pt x="3551448" y="521819"/>
                  </a:lnTo>
                  <a:lnTo>
                    <a:pt x="3550601" y="519819"/>
                  </a:lnTo>
                  <a:close/>
                </a:path>
                <a:path w="5141595" h="3202940">
                  <a:moveTo>
                    <a:pt x="3739390" y="395491"/>
                  </a:moveTo>
                  <a:lnTo>
                    <a:pt x="3735232" y="398576"/>
                  </a:lnTo>
                  <a:lnTo>
                    <a:pt x="3735232" y="402441"/>
                  </a:lnTo>
                  <a:lnTo>
                    <a:pt x="3720890" y="409214"/>
                  </a:lnTo>
                  <a:lnTo>
                    <a:pt x="3625912" y="479666"/>
                  </a:lnTo>
                  <a:lnTo>
                    <a:pt x="3635815" y="503052"/>
                  </a:lnTo>
                  <a:lnTo>
                    <a:pt x="3678421" y="469515"/>
                  </a:lnTo>
                  <a:lnTo>
                    <a:pt x="3735232" y="435978"/>
                  </a:lnTo>
                  <a:lnTo>
                    <a:pt x="3749434" y="419209"/>
                  </a:lnTo>
                  <a:lnTo>
                    <a:pt x="3739390" y="395491"/>
                  </a:lnTo>
                  <a:close/>
                </a:path>
                <a:path w="5141595" h="3202940">
                  <a:moveTo>
                    <a:pt x="3720890" y="409214"/>
                  </a:moveTo>
                  <a:lnTo>
                    <a:pt x="3664220" y="435978"/>
                  </a:lnTo>
                  <a:lnTo>
                    <a:pt x="3621613" y="469515"/>
                  </a:lnTo>
                  <a:lnTo>
                    <a:pt x="3625912" y="479666"/>
                  </a:lnTo>
                  <a:lnTo>
                    <a:pt x="3720890" y="409214"/>
                  </a:lnTo>
                  <a:close/>
                </a:path>
                <a:path w="5141595" h="3202940">
                  <a:moveTo>
                    <a:pt x="3735232" y="385672"/>
                  </a:moveTo>
                  <a:lnTo>
                    <a:pt x="3735232" y="398576"/>
                  </a:lnTo>
                  <a:lnTo>
                    <a:pt x="3739390" y="395491"/>
                  </a:lnTo>
                  <a:lnTo>
                    <a:pt x="3735232" y="385672"/>
                  </a:lnTo>
                  <a:close/>
                </a:path>
                <a:path w="5141595" h="3202940">
                  <a:moveTo>
                    <a:pt x="3934066" y="268293"/>
                  </a:moveTo>
                  <a:lnTo>
                    <a:pt x="3820447" y="335367"/>
                  </a:lnTo>
                  <a:lnTo>
                    <a:pt x="3834649" y="368904"/>
                  </a:lnTo>
                  <a:lnTo>
                    <a:pt x="3911258" y="323678"/>
                  </a:lnTo>
                  <a:lnTo>
                    <a:pt x="3943152" y="300475"/>
                  </a:lnTo>
                  <a:lnTo>
                    <a:pt x="3934066" y="268293"/>
                  </a:lnTo>
                  <a:close/>
                </a:path>
                <a:path w="5141595" h="3202940">
                  <a:moveTo>
                    <a:pt x="3943152" y="300475"/>
                  </a:moveTo>
                  <a:lnTo>
                    <a:pt x="3911258" y="323678"/>
                  </a:lnTo>
                  <a:lnTo>
                    <a:pt x="3919863" y="318598"/>
                  </a:lnTo>
                  <a:lnTo>
                    <a:pt x="3948268" y="318598"/>
                  </a:lnTo>
                  <a:lnTo>
                    <a:pt x="3943152" y="300475"/>
                  </a:lnTo>
                  <a:close/>
                </a:path>
                <a:path w="5141595" h="3202940">
                  <a:moveTo>
                    <a:pt x="4147102" y="184452"/>
                  </a:moveTo>
                  <a:lnTo>
                    <a:pt x="4033483" y="234756"/>
                  </a:lnTo>
                  <a:lnTo>
                    <a:pt x="4047685" y="268293"/>
                  </a:lnTo>
                  <a:lnTo>
                    <a:pt x="4137033" y="228734"/>
                  </a:lnTo>
                  <a:lnTo>
                    <a:pt x="4159186" y="212989"/>
                  </a:lnTo>
                  <a:lnTo>
                    <a:pt x="4147102" y="184452"/>
                  </a:lnTo>
                  <a:close/>
                </a:path>
                <a:path w="5141595" h="3202940">
                  <a:moveTo>
                    <a:pt x="4159186" y="212989"/>
                  </a:moveTo>
                  <a:lnTo>
                    <a:pt x="4137033" y="228734"/>
                  </a:lnTo>
                  <a:lnTo>
                    <a:pt x="4161303" y="217989"/>
                  </a:lnTo>
                  <a:lnTo>
                    <a:pt x="4159186" y="212989"/>
                  </a:lnTo>
                  <a:close/>
                </a:path>
                <a:path w="5141595" h="3202940">
                  <a:moveTo>
                    <a:pt x="4360138" y="100610"/>
                  </a:moveTo>
                  <a:lnTo>
                    <a:pt x="4317530" y="117378"/>
                  </a:lnTo>
                  <a:lnTo>
                    <a:pt x="4260721" y="134146"/>
                  </a:lnTo>
                  <a:lnTo>
                    <a:pt x="4246519" y="150915"/>
                  </a:lnTo>
                  <a:lnTo>
                    <a:pt x="4246519" y="184452"/>
                  </a:lnTo>
                  <a:lnTo>
                    <a:pt x="4274922" y="167683"/>
                  </a:lnTo>
                  <a:lnTo>
                    <a:pt x="4331733" y="150915"/>
                  </a:lnTo>
                  <a:lnTo>
                    <a:pt x="4348527" y="144305"/>
                  </a:lnTo>
                  <a:lnTo>
                    <a:pt x="4371789" y="128124"/>
                  </a:lnTo>
                  <a:lnTo>
                    <a:pt x="4360138" y="100610"/>
                  </a:lnTo>
                  <a:close/>
                </a:path>
                <a:path w="5141595" h="3202940">
                  <a:moveTo>
                    <a:pt x="4371789" y="128124"/>
                  </a:moveTo>
                  <a:lnTo>
                    <a:pt x="4348527" y="144305"/>
                  </a:lnTo>
                  <a:lnTo>
                    <a:pt x="4374339" y="134146"/>
                  </a:lnTo>
                  <a:lnTo>
                    <a:pt x="4371789" y="128124"/>
                  </a:lnTo>
                  <a:close/>
                </a:path>
                <a:path w="5141595" h="3202940">
                  <a:moveTo>
                    <a:pt x="4587377" y="50304"/>
                  </a:moveTo>
                  <a:lnTo>
                    <a:pt x="4573173" y="50304"/>
                  </a:lnTo>
                  <a:lnTo>
                    <a:pt x="4516363" y="67072"/>
                  </a:lnTo>
                  <a:lnTo>
                    <a:pt x="4459555" y="67072"/>
                  </a:lnTo>
                  <a:lnTo>
                    <a:pt x="4459555" y="117378"/>
                  </a:lnTo>
                  <a:lnTo>
                    <a:pt x="4573173" y="83841"/>
                  </a:lnTo>
                  <a:lnTo>
                    <a:pt x="4587377" y="83841"/>
                  </a:lnTo>
                  <a:lnTo>
                    <a:pt x="4587377" y="50304"/>
                  </a:lnTo>
                  <a:close/>
                </a:path>
                <a:path w="5141595" h="3202940">
                  <a:moveTo>
                    <a:pt x="4814614" y="16767"/>
                  </a:moveTo>
                  <a:lnTo>
                    <a:pt x="4757806" y="33536"/>
                  </a:lnTo>
                  <a:lnTo>
                    <a:pt x="4686792" y="33536"/>
                  </a:lnTo>
                  <a:lnTo>
                    <a:pt x="4686792" y="67072"/>
                  </a:lnTo>
                  <a:lnTo>
                    <a:pt x="4814614" y="67072"/>
                  </a:lnTo>
                  <a:lnTo>
                    <a:pt x="4814614" y="16767"/>
                  </a:lnTo>
                  <a:close/>
                </a:path>
                <a:path w="5141595" h="3202940">
                  <a:moveTo>
                    <a:pt x="5027651" y="16767"/>
                  </a:moveTo>
                  <a:lnTo>
                    <a:pt x="4899830" y="16767"/>
                  </a:lnTo>
                  <a:lnTo>
                    <a:pt x="4914031" y="50304"/>
                  </a:lnTo>
                  <a:lnTo>
                    <a:pt x="5041853" y="50304"/>
                  </a:lnTo>
                  <a:lnTo>
                    <a:pt x="5027651" y="16767"/>
                  </a:lnTo>
                  <a:close/>
                </a:path>
                <a:path w="5141595" h="3202940">
                  <a:moveTo>
                    <a:pt x="5141271" y="0"/>
                  </a:moveTo>
                  <a:lnTo>
                    <a:pt x="5127067" y="0"/>
                  </a:lnTo>
                  <a:lnTo>
                    <a:pt x="5127067" y="33536"/>
                  </a:lnTo>
                  <a:lnTo>
                    <a:pt x="5141271" y="33536"/>
                  </a:lnTo>
                  <a:lnTo>
                    <a:pt x="5141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1" name="object 4"/>
            <p:cNvSpPr/>
            <p:nvPr/>
          </p:nvSpPr>
          <p:spPr>
            <a:xfrm>
              <a:off x="2909546" y="2449777"/>
              <a:ext cx="5155565" cy="3202940"/>
            </a:xfrm>
            <a:custGeom>
              <a:avLst/>
              <a:gdLst/>
              <a:ahLst/>
              <a:cxnLst/>
              <a:rect l="l" t="t" r="r" b="b"/>
              <a:pathLst>
                <a:path w="5155565" h="3202940">
                  <a:moveTo>
                    <a:pt x="1292418" y="3169226"/>
                  </a:moveTo>
                  <a:lnTo>
                    <a:pt x="0" y="3169226"/>
                  </a:lnTo>
                  <a:lnTo>
                    <a:pt x="0" y="3202763"/>
                  </a:lnTo>
                  <a:lnTo>
                    <a:pt x="1036774" y="3202763"/>
                  </a:lnTo>
                  <a:lnTo>
                    <a:pt x="1292418" y="3169226"/>
                  </a:lnTo>
                  <a:close/>
                </a:path>
                <a:path w="5155565" h="3202940">
                  <a:moveTo>
                    <a:pt x="1406037" y="3152458"/>
                  </a:moveTo>
                  <a:lnTo>
                    <a:pt x="1036774" y="3152458"/>
                  </a:lnTo>
                  <a:lnTo>
                    <a:pt x="923155" y="3169226"/>
                  </a:lnTo>
                  <a:lnTo>
                    <a:pt x="1349227" y="3169226"/>
                  </a:lnTo>
                  <a:lnTo>
                    <a:pt x="1406037" y="3152458"/>
                  </a:lnTo>
                  <a:close/>
                </a:path>
                <a:path w="5155565" h="3202940">
                  <a:moveTo>
                    <a:pt x="1505454" y="3135689"/>
                  </a:moveTo>
                  <a:lnTo>
                    <a:pt x="1292418" y="3135689"/>
                  </a:lnTo>
                  <a:lnTo>
                    <a:pt x="1164596" y="3152458"/>
                  </a:lnTo>
                  <a:lnTo>
                    <a:pt x="1462846" y="3152458"/>
                  </a:lnTo>
                  <a:lnTo>
                    <a:pt x="1505454" y="3135689"/>
                  </a:lnTo>
                  <a:close/>
                </a:path>
                <a:path w="5155565" h="3202940">
                  <a:moveTo>
                    <a:pt x="4573173" y="83841"/>
                  </a:moveTo>
                  <a:lnTo>
                    <a:pt x="4445351" y="83841"/>
                  </a:lnTo>
                  <a:lnTo>
                    <a:pt x="4274922" y="134146"/>
                  </a:lnTo>
                  <a:lnTo>
                    <a:pt x="4161303" y="184452"/>
                  </a:lnTo>
                  <a:lnTo>
                    <a:pt x="4033481" y="234756"/>
                  </a:lnTo>
                  <a:lnTo>
                    <a:pt x="3919863" y="285062"/>
                  </a:lnTo>
                  <a:lnTo>
                    <a:pt x="3848851" y="318598"/>
                  </a:lnTo>
                  <a:lnTo>
                    <a:pt x="3792040" y="352135"/>
                  </a:lnTo>
                  <a:lnTo>
                    <a:pt x="3735232" y="402441"/>
                  </a:lnTo>
                  <a:lnTo>
                    <a:pt x="3621612" y="469515"/>
                  </a:lnTo>
                  <a:lnTo>
                    <a:pt x="3550599" y="519819"/>
                  </a:lnTo>
                  <a:lnTo>
                    <a:pt x="3436981" y="620430"/>
                  </a:lnTo>
                  <a:lnTo>
                    <a:pt x="3280754" y="804882"/>
                  </a:lnTo>
                  <a:lnTo>
                    <a:pt x="3223944" y="888724"/>
                  </a:lnTo>
                  <a:lnTo>
                    <a:pt x="3181337" y="972565"/>
                  </a:lnTo>
                  <a:lnTo>
                    <a:pt x="3124527" y="1056408"/>
                  </a:lnTo>
                  <a:lnTo>
                    <a:pt x="3081921" y="1140250"/>
                  </a:lnTo>
                  <a:lnTo>
                    <a:pt x="2996707" y="1341471"/>
                  </a:lnTo>
                  <a:lnTo>
                    <a:pt x="2954100" y="1425313"/>
                  </a:lnTo>
                  <a:lnTo>
                    <a:pt x="2868884" y="1626534"/>
                  </a:lnTo>
                  <a:lnTo>
                    <a:pt x="2826278" y="1710376"/>
                  </a:lnTo>
                  <a:lnTo>
                    <a:pt x="2769468" y="1810986"/>
                  </a:lnTo>
                  <a:lnTo>
                    <a:pt x="2641646" y="2062513"/>
                  </a:lnTo>
                  <a:lnTo>
                    <a:pt x="2584837" y="2146354"/>
                  </a:lnTo>
                  <a:lnTo>
                    <a:pt x="2542230" y="2213428"/>
                  </a:lnTo>
                  <a:lnTo>
                    <a:pt x="2485420" y="2280500"/>
                  </a:lnTo>
                  <a:lnTo>
                    <a:pt x="2386003" y="2414649"/>
                  </a:lnTo>
                  <a:lnTo>
                    <a:pt x="2300789" y="2548796"/>
                  </a:lnTo>
                  <a:lnTo>
                    <a:pt x="2144562" y="2733248"/>
                  </a:lnTo>
                  <a:lnTo>
                    <a:pt x="1917324" y="2934469"/>
                  </a:lnTo>
                  <a:lnTo>
                    <a:pt x="1846312" y="2968006"/>
                  </a:lnTo>
                  <a:lnTo>
                    <a:pt x="1775299" y="3018311"/>
                  </a:lnTo>
                  <a:lnTo>
                    <a:pt x="1647478" y="3068615"/>
                  </a:lnTo>
                  <a:lnTo>
                    <a:pt x="1604871" y="3068615"/>
                  </a:lnTo>
                  <a:lnTo>
                    <a:pt x="1548061" y="3085384"/>
                  </a:lnTo>
                  <a:lnTo>
                    <a:pt x="1505454" y="3102152"/>
                  </a:lnTo>
                  <a:lnTo>
                    <a:pt x="1462846" y="3102152"/>
                  </a:lnTo>
                  <a:lnTo>
                    <a:pt x="1349227" y="3135689"/>
                  </a:lnTo>
                  <a:lnTo>
                    <a:pt x="1519656" y="3135689"/>
                  </a:lnTo>
                  <a:lnTo>
                    <a:pt x="1562263" y="3118921"/>
                  </a:lnTo>
                  <a:lnTo>
                    <a:pt x="1619073" y="3118921"/>
                  </a:lnTo>
                  <a:lnTo>
                    <a:pt x="1704287" y="3085384"/>
                  </a:lnTo>
                  <a:lnTo>
                    <a:pt x="1775299" y="3051848"/>
                  </a:lnTo>
                  <a:lnTo>
                    <a:pt x="1917324" y="2968006"/>
                  </a:lnTo>
                  <a:lnTo>
                    <a:pt x="1988336" y="2917701"/>
                  </a:lnTo>
                  <a:lnTo>
                    <a:pt x="2045145" y="2867394"/>
                  </a:lnTo>
                  <a:lnTo>
                    <a:pt x="2059348" y="2867394"/>
                  </a:lnTo>
                  <a:lnTo>
                    <a:pt x="2116157" y="2817089"/>
                  </a:lnTo>
                  <a:lnTo>
                    <a:pt x="2314991" y="2582332"/>
                  </a:lnTo>
                  <a:lnTo>
                    <a:pt x="2513825" y="2314037"/>
                  </a:lnTo>
                  <a:lnTo>
                    <a:pt x="2556432" y="2230196"/>
                  </a:lnTo>
                  <a:lnTo>
                    <a:pt x="2613242" y="2163123"/>
                  </a:lnTo>
                  <a:lnTo>
                    <a:pt x="2655849" y="2096049"/>
                  </a:lnTo>
                  <a:lnTo>
                    <a:pt x="2712657" y="2012207"/>
                  </a:lnTo>
                  <a:lnTo>
                    <a:pt x="2712657" y="1995439"/>
                  </a:lnTo>
                  <a:lnTo>
                    <a:pt x="2755266" y="1911596"/>
                  </a:lnTo>
                  <a:lnTo>
                    <a:pt x="2812074" y="1827754"/>
                  </a:lnTo>
                  <a:lnTo>
                    <a:pt x="2854683" y="1727145"/>
                  </a:lnTo>
                  <a:lnTo>
                    <a:pt x="2897290" y="1643302"/>
                  </a:lnTo>
                  <a:lnTo>
                    <a:pt x="3025110" y="1341471"/>
                  </a:lnTo>
                  <a:lnTo>
                    <a:pt x="3067719" y="1257628"/>
                  </a:lnTo>
                  <a:lnTo>
                    <a:pt x="3110326" y="1157019"/>
                  </a:lnTo>
                  <a:lnTo>
                    <a:pt x="3167136" y="1073176"/>
                  </a:lnTo>
                  <a:lnTo>
                    <a:pt x="3252350" y="905493"/>
                  </a:lnTo>
                  <a:lnTo>
                    <a:pt x="3309160" y="838419"/>
                  </a:lnTo>
                  <a:lnTo>
                    <a:pt x="3351766" y="771345"/>
                  </a:lnTo>
                  <a:lnTo>
                    <a:pt x="3408577" y="704272"/>
                  </a:lnTo>
                  <a:lnTo>
                    <a:pt x="3579004" y="553356"/>
                  </a:lnTo>
                  <a:lnTo>
                    <a:pt x="3621612" y="503052"/>
                  </a:lnTo>
                  <a:lnTo>
                    <a:pt x="3692624" y="469515"/>
                  </a:lnTo>
                  <a:lnTo>
                    <a:pt x="3749433" y="435978"/>
                  </a:lnTo>
                  <a:lnTo>
                    <a:pt x="3806243" y="385672"/>
                  </a:lnTo>
                  <a:lnTo>
                    <a:pt x="3863052" y="352135"/>
                  </a:lnTo>
                  <a:lnTo>
                    <a:pt x="3934065" y="318598"/>
                  </a:lnTo>
                  <a:lnTo>
                    <a:pt x="4274922" y="167683"/>
                  </a:lnTo>
                  <a:lnTo>
                    <a:pt x="4345934" y="150915"/>
                  </a:lnTo>
                  <a:lnTo>
                    <a:pt x="4573173" y="83841"/>
                  </a:lnTo>
                  <a:close/>
                </a:path>
                <a:path w="5155565" h="3202940">
                  <a:moveTo>
                    <a:pt x="4928234" y="50304"/>
                  </a:moveTo>
                  <a:lnTo>
                    <a:pt x="4573173" y="50304"/>
                  </a:lnTo>
                  <a:lnTo>
                    <a:pt x="4459555" y="83841"/>
                  </a:lnTo>
                  <a:lnTo>
                    <a:pt x="4629983" y="83841"/>
                  </a:lnTo>
                  <a:lnTo>
                    <a:pt x="4757804" y="67072"/>
                  </a:lnTo>
                  <a:lnTo>
                    <a:pt x="4871424" y="67072"/>
                  </a:lnTo>
                  <a:lnTo>
                    <a:pt x="4928234" y="50304"/>
                  </a:lnTo>
                  <a:close/>
                </a:path>
                <a:path w="5155565" h="3202940">
                  <a:moveTo>
                    <a:pt x="5141269" y="0"/>
                  </a:moveTo>
                  <a:lnTo>
                    <a:pt x="5112865" y="0"/>
                  </a:lnTo>
                  <a:lnTo>
                    <a:pt x="5070257" y="16767"/>
                  </a:lnTo>
                  <a:lnTo>
                    <a:pt x="4814614" y="16767"/>
                  </a:lnTo>
                  <a:lnTo>
                    <a:pt x="4757804" y="33536"/>
                  </a:lnTo>
                  <a:lnTo>
                    <a:pt x="4629983" y="50304"/>
                  </a:lnTo>
                  <a:lnTo>
                    <a:pt x="5112865" y="50304"/>
                  </a:lnTo>
                  <a:lnTo>
                    <a:pt x="5155472" y="33536"/>
                  </a:lnTo>
                  <a:lnTo>
                    <a:pt x="51412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2" name="object 5"/>
            <p:cNvSpPr/>
            <p:nvPr/>
          </p:nvSpPr>
          <p:spPr>
            <a:xfrm>
              <a:off x="4400798" y="2433008"/>
              <a:ext cx="5155565" cy="3202940"/>
            </a:xfrm>
            <a:custGeom>
              <a:avLst/>
              <a:gdLst/>
              <a:ahLst/>
              <a:cxnLst/>
              <a:rect l="l" t="t" r="r" b="b"/>
              <a:pathLst>
                <a:path w="5155565" h="3202940">
                  <a:moveTo>
                    <a:pt x="127821" y="3169227"/>
                  </a:moveTo>
                  <a:lnTo>
                    <a:pt x="0" y="3169227"/>
                  </a:lnTo>
                  <a:lnTo>
                    <a:pt x="0" y="3202764"/>
                  </a:lnTo>
                  <a:lnTo>
                    <a:pt x="127821" y="3202764"/>
                  </a:lnTo>
                  <a:lnTo>
                    <a:pt x="127821" y="3169227"/>
                  </a:lnTo>
                  <a:close/>
                </a:path>
                <a:path w="5155565" h="3202940">
                  <a:moveTo>
                    <a:pt x="355060" y="3169227"/>
                  </a:moveTo>
                  <a:lnTo>
                    <a:pt x="227238" y="3169227"/>
                  </a:lnTo>
                  <a:lnTo>
                    <a:pt x="227238" y="3202764"/>
                  </a:lnTo>
                  <a:lnTo>
                    <a:pt x="355060" y="3202764"/>
                  </a:lnTo>
                  <a:lnTo>
                    <a:pt x="355060" y="3169227"/>
                  </a:lnTo>
                  <a:close/>
                </a:path>
                <a:path w="5155565" h="3202940">
                  <a:moveTo>
                    <a:pt x="582298" y="3169227"/>
                  </a:moveTo>
                  <a:lnTo>
                    <a:pt x="454477" y="3169227"/>
                  </a:lnTo>
                  <a:lnTo>
                    <a:pt x="454477" y="3202764"/>
                  </a:lnTo>
                  <a:lnTo>
                    <a:pt x="582298" y="3202764"/>
                  </a:lnTo>
                  <a:lnTo>
                    <a:pt x="582298" y="3169227"/>
                  </a:lnTo>
                  <a:close/>
                </a:path>
                <a:path w="5155565" h="3202940">
                  <a:moveTo>
                    <a:pt x="795334" y="3169227"/>
                  </a:moveTo>
                  <a:lnTo>
                    <a:pt x="667513" y="3169227"/>
                  </a:lnTo>
                  <a:lnTo>
                    <a:pt x="667513" y="3202764"/>
                  </a:lnTo>
                  <a:lnTo>
                    <a:pt x="795334" y="3202764"/>
                  </a:lnTo>
                  <a:lnTo>
                    <a:pt x="795334" y="3169227"/>
                  </a:lnTo>
                  <a:close/>
                </a:path>
                <a:path w="5155565" h="3202940">
                  <a:moveTo>
                    <a:pt x="1022573" y="3153945"/>
                  </a:moveTo>
                  <a:lnTo>
                    <a:pt x="894751" y="3155856"/>
                  </a:lnTo>
                  <a:lnTo>
                    <a:pt x="894751" y="3202764"/>
                  </a:lnTo>
                  <a:lnTo>
                    <a:pt x="923156" y="3202764"/>
                  </a:lnTo>
                  <a:lnTo>
                    <a:pt x="1022573" y="3185995"/>
                  </a:lnTo>
                  <a:lnTo>
                    <a:pt x="1022573" y="3153945"/>
                  </a:lnTo>
                  <a:close/>
                </a:path>
                <a:path w="5155565" h="3202940">
                  <a:moveTo>
                    <a:pt x="1249812" y="3169227"/>
                  </a:moveTo>
                  <a:lnTo>
                    <a:pt x="1121990" y="3169227"/>
                  </a:lnTo>
                  <a:lnTo>
                    <a:pt x="1121990" y="3185995"/>
                  </a:lnTo>
                  <a:lnTo>
                    <a:pt x="1178800" y="3185995"/>
                  </a:lnTo>
                  <a:lnTo>
                    <a:pt x="1249812" y="3169227"/>
                  </a:lnTo>
                  <a:close/>
                </a:path>
                <a:path w="5155565" h="3202940">
                  <a:moveTo>
                    <a:pt x="894751" y="3169227"/>
                  </a:moveTo>
                  <a:lnTo>
                    <a:pt x="0" y="3169227"/>
                  </a:lnTo>
                  <a:lnTo>
                    <a:pt x="894751" y="3169227"/>
                  </a:lnTo>
                  <a:close/>
                </a:path>
                <a:path w="5155565" h="3202940">
                  <a:moveTo>
                    <a:pt x="1121990" y="3169227"/>
                  </a:moveTo>
                  <a:lnTo>
                    <a:pt x="1022573" y="3169227"/>
                  </a:lnTo>
                  <a:lnTo>
                    <a:pt x="1121990" y="3169227"/>
                  </a:lnTo>
                  <a:close/>
                </a:path>
                <a:path w="5155565" h="3202940">
                  <a:moveTo>
                    <a:pt x="1249812" y="3135689"/>
                  </a:moveTo>
                  <a:lnTo>
                    <a:pt x="1178800" y="3135689"/>
                  </a:lnTo>
                  <a:lnTo>
                    <a:pt x="1121990" y="3152460"/>
                  </a:lnTo>
                  <a:lnTo>
                    <a:pt x="1121990" y="3169227"/>
                  </a:lnTo>
                  <a:lnTo>
                    <a:pt x="1249812" y="3169227"/>
                  </a:lnTo>
                  <a:lnTo>
                    <a:pt x="1249812" y="3135689"/>
                  </a:lnTo>
                  <a:close/>
                </a:path>
                <a:path w="5155565" h="3202940">
                  <a:moveTo>
                    <a:pt x="1462848" y="3102154"/>
                  </a:moveTo>
                  <a:lnTo>
                    <a:pt x="1406038" y="3118921"/>
                  </a:lnTo>
                  <a:lnTo>
                    <a:pt x="1349227" y="3118921"/>
                  </a:lnTo>
                  <a:lnTo>
                    <a:pt x="1349227" y="3169227"/>
                  </a:lnTo>
                  <a:lnTo>
                    <a:pt x="1462848" y="3135689"/>
                  </a:lnTo>
                  <a:lnTo>
                    <a:pt x="1477050" y="3135689"/>
                  </a:lnTo>
                  <a:lnTo>
                    <a:pt x="1462848" y="3102154"/>
                  </a:lnTo>
                  <a:close/>
                </a:path>
                <a:path w="5155565" h="3202940">
                  <a:moveTo>
                    <a:pt x="1022573" y="3152460"/>
                  </a:moveTo>
                  <a:lnTo>
                    <a:pt x="894751" y="3152460"/>
                  </a:lnTo>
                  <a:lnTo>
                    <a:pt x="894751" y="3155856"/>
                  </a:lnTo>
                  <a:lnTo>
                    <a:pt x="1022573" y="3153945"/>
                  </a:lnTo>
                  <a:lnTo>
                    <a:pt x="1022573" y="3152460"/>
                  </a:lnTo>
                  <a:close/>
                </a:path>
                <a:path w="5155565" h="3202940">
                  <a:moveTo>
                    <a:pt x="1675884" y="3051848"/>
                  </a:moveTo>
                  <a:lnTo>
                    <a:pt x="1647478" y="3051848"/>
                  </a:lnTo>
                  <a:lnTo>
                    <a:pt x="1562265" y="3085384"/>
                  </a:lnTo>
                  <a:lnTo>
                    <a:pt x="1562265" y="3118921"/>
                  </a:lnTo>
                  <a:lnTo>
                    <a:pt x="1576467" y="3118921"/>
                  </a:lnTo>
                  <a:lnTo>
                    <a:pt x="1661681" y="3085384"/>
                  </a:lnTo>
                  <a:lnTo>
                    <a:pt x="1690085" y="3085384"/>
                  </a:lnTo>
                  <a:lnTo>
                    <a:pt x="1675884" y="3051848"/>
                  </a:lnTo>
                  <a:close/>
                </a:path>
                <a:path w="5155565" h="3202940">
                  <a:moveTo>
                    <a:pt x="1888919" y="2951238"/>
                  </a:moveTo>
                  <a:lnTo>
                    <a:pt x="1846312" y="2968007"/>
                  </a:lnTo>
                  <a:lnTo>
                    <a:pt x="1775299" y="3001543"/>
                  </a:lnTo>
                  <a:lnTo>
                    <a:pt x="1775299" y="3051848"/>
                  </a:lnTo>
                  <a:lnTo>
                    <a:pt x="1789502" y="3035080"/>
                  </a:lnTo>
                  <a:lnTo>
                    <a:pt x="1860515" y="3001543"/>
                  </a:lnTo>
                  <a:lnTo>
                    <a:pt x="1903122" y="2984775"/>
                  </a:lnTo>
                  <a:lnTo>
                    <a:pt x="1888919" y="2951238"/>
                  </a:lnTo>
                  <a:close/>
                </a:path>
                <a:path w="5155565" h="3202940">
                  <a:moveTo>
                    <a:pt x="2073550" y="2800323"/>
                  </a:moveTo>
                  <a:lnTo>
                    <a:pt x="2030943" y="2833858"/>
                  </a:lnTo>
                  <a:lnTo>
                    <a:pt x="1974134" y="2884164"/>
                  </a:lnTo>
                  <a:lnTo>
                    <a:pt x="1988337" y="2917701"/>
                  </a:lnTo>
                  <a:lnTo>
                    <a:pt x="2059349" y="2867395"/>
                  </a:lnTo>
                  <a:lnTo>
                    <a:pt x="2087753" y="2833858"/>
                  </a:lnTo>
                  <a:lnTo>
                    <a:pt x="2073550" y="2800323"/>
                  </a:lnTo>
                  <a:close/>
                </a:path>
                <a:path w="5155565" h="3202940">
                  <a:moveTo>
                    <a:pt x="2229778" y="2632638"/>
                  </a:moveTo>
                  <a:lnTo>
                    <a:pt x="2144562" y="2733249"/>
                  </a:lnTo>
                  <a:lnTo>
                    <a:pt x="2158765" y="2766785"/>
                  </a:lnTo>
                  <a:lnTo>
                    <a:pt x="2172967" y="2750017"/>
                  </a:lnTo>
                  <a:lnTo>
                    <a:pt x="2229778" y="2699712"/>
                  </a:lnTo>
                  <a:lnTo>
                    <a:pt x="2258181" y="2649406"/>
                  </a:lnTo>
                  <a:lnTo>
                    <a:pt x="2229778" y="2632638"/>
                  </a:lnTo>
                  <a:close/>
                </a:path>
                <a:path w="5155565" h="3202940">
                  <a:moveTo>
                    <a:pt x="2386003" y="2431418"/>
                  </a:moveTo>
                  <a:lnTo>
                    <a:pt x="2300789" y="2548797"/>
                  </a:lnTo>
                  <a:lnTo>
                    <a:pt x="2329193" y="2565565"/>
                  </a:lnTo>
                  <a:lnTo>
                    <a:pt x="2400206" y="2448186"/>
                  </a:lnTo>
                  <a:lnTo>
                    <a:pt x="2386003" y="2431418"/>
                  </a:lnTo>
                  <a:close/>
                </a:path>
                <a:path w="5155565" h="3202940">
                  <a:moveTo>
                    <a:pt x="2528027" y="2230197"/>
                  </a:moveTo>
                  <a:lnTo>
                    <a:pt x="2485421" y="2280502"/>
                  </a:lnTo>
                  <a:lnTo>
                    <a:pt x="2442813" y="2347575"/>
                  </a:lnTo>
                  <a:lnTo>
                    <a:pt x="2471218" y="2364345"/>
                  </a:lnTo>
                  <a:lnTo>
                    <a:pt x="2513825" y="2297269"/>
                  </a:lnTo>
                  <a:lnTo>
                    <a:pt x="2542230" y="2246965"/>
                  </a:lnTo>
                  <a:lnTo>
                    <a:pt x="2528027" y="2230197"/>
                  </a:lnTo>
                  <a:close/>
                </a:path>
                <a:path w="5155565" h="3202940">
                  <a:moveTo>
                    <a:pt x="2655849" y="2028976"/>
                  </a:moveTo>
                  <a:lnTo>
                    <a:pt x="2641646" y="2062513"/>
                  </a:lnTo>
                  <a:lnTo>
                    <a:pt x="2584837" y="2129586"/>
                  </a:lnTo>
                  <a:lnTo>
                    <a:pt x="2584837" y="2146354"/>
                  </a:lnTo>
                  <a:lnTo>
                    <a:pt x="2613242" y="2163123"/>
                  </a:lnTo>
                  <a:lnTo>
                    <a:pt x="2670051" y="2079282"/>
                  </a:lnTo>
                  <a:lnTo>
                    <a:pt x="2684254" y="2045745"/>
                  </a:lnTo>
                  <a:lnTo>
                    <a:pt x="2655849" y="2028976"/>
                  </a:lnTo>
                  <a:close/>
                </a:path>
                <a:path w="5155565" h="3202940">
                  <a:moveTo>
                    <a:pt x="2783671" y="1810986"/>
                  </a:moveTo>
                  <a:lnTo>
                    <a:pt x="2741065" y="1894829"/>
                  </a:lnTo>
                  <a:lnTo>
                    <a:pt x="2712659" y="1928365"/>
                  </a:lnTo>
                  <a:lnTo>
                    <a:pt x="2741065" y="1945134"/>
                  </a:lnTo>
                  <a:lnTo>
                    <a:pt x="2769468" y="1911597"/>
                  </a:lnTo>
                  <a:lnTo>
                    <a:pt x="2812075" y="1827756"/>
                  </a:lnTo>
                  <a:lnTo>
                    <a:pt x="2783671" y="1810986"/>
                  </a:lnTo>
                  <a:close/>
                </a:path>
                <a:path w="5155565" h="3202940">
                  <a:moveTo>
                    <a:pt x="2897290" y="1576230"/>
                  </a:moveTo>
                  <a:lnTo>
                    <a:pt x="2868885" y="1626534"/>
                  </a:lnTo>
                  <a:lnTo>
                    <a:pt x="2826278" y="1710377"/>
                  </a:lnTo>
                  <a:lnTo>
                    <a:pt x="2854683" y="1727145"/>
                  </a:lnTo>
                  <a:lnTo>
                    <a:pt x="2897290" y="1626534"/>
                  </a:lnTo>
                  <a:lnTo>
                    <a:pt x="2925695" y="1592997"/>
                  </a:lnTo>
                  <a:lnTo>
                    <a:pt x="2897290" y="1576230"/>
                  </a:lnTo>
                  <a:close/>
                </a:path>
                <a:path w="5155565" h="3202940">
                  <a:moveTo>
                    <a:pt x="2996708" y="1341471"/>
                  </a:moveTo>
                  <a:lnTo>
                    <a:pt x="2954100" y="1425314"/>
                  </a:lnTo>
                  <a:lnTo>
                    <a:pt x="2939897" y="1475619"/>
                  </a:lnTo>
                  <a:lnTo>
                    <a:pt x="2968302" y="1492388"/>
                  </a:lnTo>
                  <a:lnTo>
                    <a:pt x="2982504" y="1442082"/>
                  </a:lnTo>
                  <a:lnTo>
                    <a:pt x="3025112" y="1358240"/>
                  </a:lnTo>
                  <a:lnTo>
                    <a:pt x="2996708" y="1341471"/>
                  </a:lnTo>
                  <a:close/>
                </a:path>
                <a:path w="5155565" h="3202940">
                  <a:moveTo>
                    <a:pt x="3118681" y="1168525"/>
                  </a:moveTo>
                  <a:lnTo>
                    <a:pt x="3058279" y="1207274"/>
                  </a:lnTo>
                  <a:lnTo>
                    <a:pt x="3039314" y="1240861"/>
                  </a:lnTo>
                  <a:lnTo>
                    <a:pt x="3067719" y="1257630"/>
                  </a:lnTo>
                  <a:lnTo>
                    <a:pt x="3081921" y="1240861"/>
                  </a:lnTo>
                  <a:lnTo>
                    <a:pt x="3118681" y="1168525"/>
                  </a:lnTo>
                  <a:close/>
                </a:path>
                <a:path w="5155565" h="3202940">
                  <a:moveTo>
                    <a:pt x="3110326" y="1106714"/>
                  </a:moveTo>
                  <a:lnTo>
                    <a:pt x="3096124" y="1140251"/>
                  </a:lnTo>
                  <a:lnTo>
                    <a:pt x="3058279" y="1207274"/>
                  </a:lnTo>
                  <a:lnTo>
                    <a:pt x="3118681" y="1168525"/>
                  </a:lnTo>
                  <a:lnTo>
                    <a:pt x="3124528" y="1157019"/>
                  </a:lnTo>
                  <a:lnTo>
                    <a:pt x="3138731" y="1123482"/>
                  </a:lnTo>
                  <a:lnTo>
                    <a:pt x="3110326" y="1106714"/>
                  </a:lnTo>
                  <a:close/>
                </a:path>
                <a:path w="5155565" h="3202940">
                  <a:moveTo>
                    <a:pt x="3245666" y="918646"/>
                  </a:moveTo>
                  <a:lnTo>
                    <a:pt x="3181338" y="963251"/>
                  </a:lnTo>
                  <a:lnTo>
                    <a:pt x="3181338" y="972567"/>
                  </a:lnTo>
                  <a:lnTo>
                    <a:pt x="3152933" y="1022873"/>
                  </a:lnTo>
                  <a:lnTo>
                    <a:pt x="3181338" y="1039641"/>
                  </a:lnTo>
                  <a:lnTo>
                    <a:pt x="3209743" y="989335"/>
                  </a:lnTo>
                  <a:lnTo>
                    <a:pt x="3245666" y="918646"/>
                  </a:lnTo>
                  <a:close/>
                </a:path>
                <a:path w="5155565" h="3202940">
                  <a:moveTo>
                    <a:pt x="3223945" y="888725"/>
                  </a:moveTo>
                  <a:lnTo>
                    <a:pt x="3181338" y="955799"/>
                  </a:lnTo>
                  <a:lnTo>
                    <a:pt x="3181338" y="963251"/>
                  </a:lnTo>
                  <a:lnTo>
                    <a:pt x="3245666" y="918646"/>
                  </a:lnTo>
                  <a:lnTo>
                    <a:pt x="3252350" y="905493"/>
                  </a:lnTo>
                  <a:lnTo>
                    <a:pt x="3223945" y="888725"/>
                  </a:lnTo>
                  <a:close/>
                </a:path>
                <a:path w="5155565" h="3202940">
                  <a:moveTo>
                    <a:pt x="3373402" y="758184"/>
                  </a:moveTo>
                  <a:lnTo>
                    <a:pt x="3299899" y="810717"/>
                  </a:lnTo>
                  <a:lnTo>
                    <a:pt x="3309160" y="821651"/>
                  </a:lnTo>
                  <a:lnTo>
                    <a:pt x="3365969" y="771347"/>
                  </a:lnTo>
                  <a:lnTo>
                    <a:pt x="3373402" y="758184"/>
                  </a:lnTo>
                  <a:close/>
                </a:path>
                <a:path w="5155565" h="3202940">
                  <a:moveTo>
                    <a:pt x="3387474" y="704747"/>
                  </a:moveTo>
                  <a:lnTo>
                    <a:pt x="3333729" y="743848"/>
                  </a:lnTo>
                  <a:lnTo>
                    <a:pt x="3294957" y="804882"/>
                  </a:lnTo>
                  <a:lnTo>
                    <a:pt x="3299899" y="810717"/>
                  </a:lnTo>
                  <a:lnTo>
                    <a:pt x="3373402" y="758184"/>
                  </a:lnTo>
                  <a:lnTo>
                    <a:pt x="3394374" y="721041"/>
                  </a:lnTo>
                  <a:lnTo>
                    <a:pt x="3387474" y="704747"/>
                  </a:lnTo>
                  <a:close/>
                </a:path>
                <a:path w="5155565" h="3202940">
                  <a:moveTo>
                    <a:pt x="3380172" y="687504"/>
                  </a:moveTo>
                  <a:lnTo>
                    <a:pt x="3337565" y="737810"/>
                  </a:lnTo>
                  <a:lnTo>
                    <a:pt x="3333729" y="743848"/>
                  </a:lnTo>
                  <a:lnTo>
                    <a:pt x="3387474" y="704747"/>
                  </a:lnTo>
                  <a:lnTo>
                    <a:pt x="3380172" y="687504"/>
                  </a:lnTo>
                  <a:close/>
                </a:path>
                <a:path w="5155565" h="3202940">
                  <a:moveTo>
                    <a:pt x="3563864" y="535481"/>
                  </a:moveTo>
                  <a:lnTo>
                    <a:pt x="3454980" y="615948"/>
                  </a:lnTo>
                  <a:lnTo>
                    <a:pt x="3451184" y="620430"/>
                  </a:lnTo>
                  <a:lnTo>
                    <a:pt x="3465386" y="637199"/>
                  </a:lnTo>
                  <a:lnTo>
                    <a:pt x="3522196" y="603662"/>
                  </a:lnTo>
                  <a:lnTo>
                    <a:pt x="3579006" y="553358"/>
                  </a:lnTo>
                  <a:lnTo>
                    <a:pt x="3563864" y="535481"/>
                  </a:lnTo>
                  <a:close/>
                </a:path>
                <a:path w="5155565" h="3202940">
                  <a:moveTo>
                    <a:pt x="3550601" y="519821"/>
                  </a:moveTo>
                  <a:lnTo>
                    <a:pt x="3493790" y="570125"/>
                  </a:lnTo>
                  <a:lnTo>
                    <a:pt x="3454980" y="615948"/>
                  </a:lnTo>
                  <a:lnTo>
                    <a:pt x="3563864" y="535481"/>
                  </a:lnTo>
                  <a:lnTo>
                    <a:pt x="3550601" y="519821"/>
                  </a:lnTo>
                  <a:close/>
                </a:path>
                <a:path w="5155565" h="3202940">
                  <a:moveTo>
                    <a:pt x="3753520" y="395322"/>
                  </a:moveTo>
                  <a:lnTo>
                    <a:pt x="3645350" y="475262"/>
                  </a:lnTo>
                  <a:lnTo>
                    <a:pt x="3650018" y="486284"/>
                  </a:lnTo>
                  <a:lnTo>
                    <a:pt x="3692625" y="469515"/>
                  </a:lnTo>
                  <a:lnTo>
                    <a:pt x="3749434" y="419210"/>
                  </a:lnTo>
                  <a:lnTo>
                    <a:pt x="3763636" y="419210"/>
                  </a:lnTo>
                  <a:lnTo>
                    <a:pt x="3753520" y="395322"/>
                  </a:lnTo>
                  <a:close/>
                </a:path>
                <a:path w="5155565" h="3202940">
                  <a:moveTo>
                    <a:pt x="3749434" y="385673"/>
                  </a:moveTo>
                  <a:lnTo>
                    <a:pt x="3735233" y="385673"/>
                  </a:lnTo>
                  <a:lnTo>
                    <a:pt x="3678421" y="435978"/>
                  </a:lnTo>
                  <a:lnTo>
                    <a:pt x="3635815" y="452747"/>
                  </a:lnTo>
                  <a:lnTo>
                    <a:pt x="3645350" y="475262"/>
                  </a:lnTo>
                  <a:lnTo>
                    <a:pt x="3753520" y="395322"/>
                  </a:lnTo>
                  <a:lnTo>
                    <a:pt x="3749434" y="385673"/>
                  </a:lnTo>
                  <a:close/>
                </a:path>
                <a:path w="5155565" h="3202940">
                  <a:moveTo>
                    <a:pt x="3948268" y="268295"/>
                  </a:moveTo>
                  <a:lnTo>
                    <a:pt x="3834649" y="335367"/>
                  </a:lnTo>
                  <a:lnTo>
                    <a:pt x="3848851" y="368904"/>
                  </a:lnTo>
                  <a:lnTo>
                    <a:pt x="3850149" y="368138"/>
                  </a:lnTo>
                  <a:lnTo>
                    <a:pt x="3957482" y="290051"/>
                  </a:lnTo>
                  <a:lnTo>
                    <a:pt x="3948268" y="268295"/>
                  </a:lnTo>
                  <a:close/>
                </a:path>
                <a:path w="5155565" h="3202940">
                  <a:moveTo>
                    <a:pt x="3957482" y="290051"/>
                  </a:moveTo>
                  <a:lnTo>
                    <a:pt x="3850149" y="368138"/>
                  </a:lnTo>
                  <a:lnTo>
                    <a:pt x="3962471" y="301832"/>
                  </a:lnTo>
                  <a:lnTo>
                    <a:pt x="3957482" y="290051"/>
                  </a:lnTo>
                  <a:close/>
                </a:path>
                <a:path w="5155565" h="3202940">
                  <a:moveTo>
                    <a:pt x="4161304" y="167684"/>
                  </a:moveTo>
                  <a:lnTo>
                    <a:pt x="4033483" y="234758"/>
                  </a:lnTo>
                  <a:lnTo>
                    <a:pt x="4047685" y="268295"/>
                  </a:lnTo>
                  <a:lnTo>
                    <a:pt x="4072483" y="258535"/>
                  </a:lnTo>
                  <a:lnTo>
                    <a:pt x="4167734" y="190457"/>
                  </a:lnTo>
                  <a:lnTo>
                    <a:pt x="4161304" y="167684"/>
                  </a:lnTo>
                  <a:close/>
                </a:path>
                <a:path w="5155565" h="3202940">
                  <a:moveTo>
                    <a:pt x="4167734" y="190457"/>
                  </a:moveTo>
                  <a:lnTo>
                    <a:pt x="4072483" y="258535"/>
                  </a:lnTo>
                  <a:lnTo>
                    <a:pt x="4175507" y="217989"/>
                  </a:lnTo>
                  <a:lnTo>
                    <a:pt x="4167734" y="190457"/>
                  </a:lnTo>
                  <a:close/>
                </a:path>
                <a:path w="5155565" h="3202940">
                  <a:moveTo>
                    <a:pt x="4345936" y="134147"/>
                  </a:moveTo>
                  <a:lnTo>
                    <a:pt x="4246520" y="134147"/>
                  </a:lnTo>
                  <a:lnTo>
                    <a:pt x="4260721" y="167684"/>
                  </a:lnTo>
                  <a:lnTo>
                    <a:pt x="4289126" y="167684"/>
                  </a:lnTo>
                  <a:lnTo>
                    <a:pt x="4345936" y="134147"/>
                  </a:lnTo>
                  <a:close/>
                </a:path>
                <a:path w="5155565" h="3202940">
                  <a:moveTo>
                    <a:pt x="4374339" y="100610"/>
                  </a:moveTo>
                  <a:lnTo>
                    <a:pt x="4331733" y="100610"/>
                  </a:lnTo>
                  <a:lnTo>
                    <a:pt x="4274922" y="134147"/>
                  </a:lnTo>
                  <a:lnTo>
                    <a:pt x="4377027" y="134147"/>
                  </a:lnTo>
                  <a:lnTo>
                    <a:pt x="4385929" y="127975"/>
                  </a:lnTo>
                  <a:lnTo>
                    <a:pt x="4374339" y="100610"/>
                  </a:lnTo>
                  <a:close/>
                </a:path>
                <a:path w="5155565" h="3202940">
                  <a:moveTo>
                    <a:pt x="4385929" y="127975"/>
                  </a:moveTo>
                  <a:lnTo>
                    <a:pt x="4377027" y="134147"/>
                  </a:lnTo>
                  <a:lnTo>
                    <a:pt x="4388543" y="134147"/>
                  </a:lnTo>
                  <a:lnTo>
                    <a:pt x="4385929" y="127975"/>
                  </a:lnTo>
                  <a:close/>
                </a:path>
                <a:path w="5155565" h="3202940">
                  <a:moveTo>
                    <a:pt x="4601579" y="50305"/>
                  </a:moveTo>
                  <a:lnTo>
                    <a:pt x="4516363" y="50305"/>
                  </a:lnTo>
                  <a:lnTo>
                    <a:pt x="4473757" y="67073"/>
                  </a:lnTo>
                  <a:lnTo>
                    <a:pt x="4473757" y="100610"/>
                  </a:lnTo>
                  <a:lnTo>
                    <a:pt x="4516363" y="100610"/>
                  </a:lnTo>
                  <a:lnTo>
                    <a:pt x="4573173" y="83842"/>
                  </a:lnTo>
                  <a:lnTo>
                    <a:pt x="4601579" y="83842"/>
                  </a:lnTo>
                  <a:lnTo>
                    <a:pt x="4601579" y="50305"/>
                  </a:lnTo>
                  <a:close/>
                </a:path>
                <a:path w="5155565" h="3202940">
                  <a:moveTo>
                    <a:pt x="4814614" y="16769"/>
                  </a:moveTo>
                  <a:lnTo>
                    <a:pt x="4757806" y="33536"/>
                  </a:lnTo>
                  <a:lnTo>
                    <a:pt x="4686792" y="33536"/>
                  </a:lnTo>
                  <a:lnTo>
                    <a:pt x="4700996" y="67073"/>
                  </a:lnTo>
                  <a:lnTo>
                    <a:pt x="4757806" y="67073"/>
                  </a:lnTo>
                  <a:lnTo>
                    <a:pt x="4814614" y="50305"/>
                  </a:lnTo>
                  <a:lnTo>
                    <a:pt x="4814614" y="16769"/>
                  </a:lnTo>
                  <a:close/>
                </a:path>
                <a:path w="5155565" h="3202940">
                  <a:moveTo>
                    <a:pt x="5041853" y="0"/>
                  </a:moveTo>
                  <a:lnTo>
                    <a:pt x="5027650" y="0"/>
                  </a:lnTo>
                  <a:lnTo>
                    <a:pt x="4985043" y="16769"/>
                  </a:lnTo>
                  <a:lnTo>
                    <a:pt x="4914031" y="16769"/>
                  </a:lnTo>
                  <a:lnTo>
                    <a:pt x="4914031" y="50305"/>
                  </a:lnTo>
                  <a:lnTo>
                    <a:pt x="5041853" y="50305"/>
                  </a:lnTo>
                  <a:lnTo>
                    <a:pt x="5041853" y="0"/>
                  </a:lnTo>
                  <a:close/>
                </a:path>
                <a:path w="5155565" h="3202940">
                  <a:moveTo>
                    <a:pt x="5155473" y="0"/>
                  </a:moveTo>
                  <a:lnTo>
                    <a:pt x="5141269" y="0"/>
                  </a:lnTo>
                  <a:lnTo>
                    <a:pt x="5141269" y="33536"/>
                  </a:lnTo>
                  <a:lnTo>
                    <a:pt x="5155473" y="33536"/>
                  </a:lnTo>
                  <a:lnTo>
                    <a:pt x="51554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3" name="object 6"/>
            <p:cNvSpPr/>
            <p:nvPr/>
          </p:nvSpPr>
          <p:spPr>
            <a:xfrm>
              <a:off x="1923685" y="5627387"/>
              <a:ext cx="7861278" cy="92559"/>
            </a:xfrm>
            <a:custGeom>
              <a:avLst/>
              <a:gdLst/>
              <a:ahLst/>
              <a:cxnLst/>
              <a:rect l="l" t="t" r="r" b="b"/>
              <a:pathLst>
                <a:path w="4686934">
                  <a:moveTo>
                    <a:pt x="0" y="0"/>
                  </a:moveTo>
                  <a:lnTo>
                    <a:pt x="4686792" y="0"/>
                  </a:lnTo>
                </a:path>
              </a:pathLst>
            </a:custGeom>
            <a:ln w="51574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4" name="object 7"/>
            <p:cNvSpPr/>
            <p:nvPr/>
          </p:nvSpPr>
          <p:spPr>
            <a:xfrm>
              <a:off x="1753256" y="5535162"/>
              <a:ext cx="170815" cy="184785"/>
            </a:xfrm>
            <a:custGeom>
              <a:avLst/>
              <a:gdLst/>
              <a:ahLst/>
              <a:cxnLst/>
              <a:rect l="l" t="t" r="r" b="b"/>
              <a:pathLst>
                <a:path w="170814" h="184784">
                  <a:moveTo>
                    <a:pt x="170428" y="0"/>
                  </a:moveTo>
                  <a:lnTo>
                    <a:pt x="0" y="100610"/>
                  </a:lnTo>
                  <a:lnTo>
                    <a:pt x="170428" y="184452"/>
                  </a:lnTo>
                  <a:lnTo>
                    <a:pt x="1704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5" name="object 8"/>
            <p:cNvSpPr/>
            <p:nvPr/>
          </p:nvSpPr>
          <p:spPr>
            <a:xfrm>
              <a:off x="9798228" y="5535162"/>
              <a:ext cx="156845" cy="184785"/>
            </a:xfrm>
            <a:custGeom>
              <a:avLst/>
              <a:gdLst/>
              <a:ahLst/>
              <a:cxnLst/>
              <a:rect l="l" t="t" r="r" b="b"/>
              <a:pathLst>
                <a:path w="156845" h="184784">
                  <a:moveTo>
                    <a:pt x="0" y="0"/>
                  </a:moveTo>
                  <a:lnTo>
                    <a:pt x="0" y="184452"/>
                  </a:lnTo>
                  <a:lnTo>
                    <a:pt x="156226" y="100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6" name="object 9"/>
            <p:cNvSpPr/>
            <p:nvPr/>
          </p:nvSpPr>
          <p:spPr>
            <a:xfrm>
              <a:off x="2960461" y="2047334"/>
              <a:ext cx="0" cy="3571875"/>
            </a:xfrm>
            <a:custGeom>
              <a:avLst/>
              <a:gdLst/>
              <a:ahLst/>
              <a:cxnLst/>
              <a:rect l="l" t="t" r="r" b="b"/>
              <a:pathLst>
                <a:path h="3571875">
                  <a:moveTo>
                    <a:pt x="0" y="0"/>
                  </a:moveTo>
                  <a:lnTo>
                    <a:pt x="0" y="3571669"/>
                  </a:lnTo>
                </a:path>
              </a:pathLst>
            </a:custGeom>
            <a:ln w="29674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7" name="object 10"/>
            <p:cNvSpPr/>
            <p:nvPr/>
          </p:nvSpPr>
          <p:spPr>
            <a:xfrm>
              <a:off x="2875247" y="1846115"/>
              <a:ext cx="170815" cy="201295"/>
            </a:xfrm>
            <a:custGeom>
              <a:avLst/>
              <a:gdLst/>
              <a:ahLst/>
              <a:cxnLst/>
              <a:rect l="l" t="t" r="r" b="b"/>
              <a:pathLst>
                <a:path w="170814" h="201295">
                  <a:moveTo>
                    <a:pt x="85214" y="0"/>
                  </a:moveTo>
                  <a:lnTo>
                    <a:pt x="0" y="201220"/>
                  </a:lnTo>
                  <a:lnTo>
                    <a:pt x="170428" y="201220"/>
                  </a:lnTo>
                  <a:lnTo>
                    <a:pt x="852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8" name="object 11"/>
            <p:cNvSpPr/>
            <p:nvPr/>
          </p:nvSpPr>
          <p:spPr>
            <a:xfrm flipV="1">
              <a:off x="4656703" y="4227226"/>
              <a:ext cx="793335" cy="45719"/>
            </a:xfrm>
            <a:custGeom>
              <a:avLst/>
              <a:gdLst/>
              <a:ahLst/>
              <a:cxnLst/>
              <a:rect l="l" t="t" r="r" b="b"/>
              <a:pathLst>
                <a:path w="479425">
                  <a:moveTo>
                    <a:pt x="0" y="0"/>
                  </a:moveTo>
                  <a:lnTo>
                    <a:pt x="479239" y="0"/>
                  </a:lnTo>
                </a:path>
              </a:pathLst>
            </a:custGeom>
            <a:ln w="51575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9" name="object 12"/>
            <p:cNvSpPr/>
            <p:nvPr/>
          </p:nvSpPr>
          <p:spPr>
            <a:xfrm>
              <a:off x="4473823" y="4122089"/>
              <a:ext cx="205740" cy="302260"/>
            </a:xfrm>
            <a:custGeom>
              <a:avLst/>
              <a:gdLst/>
              <a:ahLst/>
              <a:cxnLst/>
              <a:rect l="l" t="t" r="r" b="b"/>
              <a:pathLst>
                <a:path w="205739" h="302260">
                  <a:moveTo>
                    <a:pt x="205388" y="0"/>
                  </a:moveTo>
                  <a:lnTo>
                    <a:pt x="0" y="150916"/>
                  </a:lnTo>
                  <a:lnTo>
                    <a:pt x="205388" y="301832"/>
                  </a:lnTo>
                  <a:lnTo>
                    <a:pt x="2053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0" name="object 13"/>
            <p:cNvSpPr/>
            <p:nvPr/>
          </p:nvSpPr>
          <p:spPr>
            <a:xfrm>
              <a:off x="6046352" y="4260764"/>
              <a:ext cx="740410" cy="0"/>
            </a:xfrm>
            <a:custGeom>
              <a:avLst/>
              <a:gdLst/>
              <a:ahLst/>
              <a:cxnLst/>
              <a:rect l="l" t="t" r="r" b="b"/>
              <a:pathLst>
                <a:path w="740409">
                  <a:moveTo>
                    <a:pt x="0" y="0"/>
                  </a:moveTo>
                  <a:lnTo>
                    <a:pt x="740103" y="0"/>
                  </a:lnTo>
                </a:path>
              </a:pathLst>
            </a:custGeom>
            <a:ln w="45985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1" name="object 14"/>
            <p:cNvSpPr/>
            <p:nvPr/>
          </p:nvSpPr>
          <p:spPr>
            <a:xfrm>
              <a:off x="6766077" y="4126617"/>
              <a:ext cx="211454" cy="268605"/>
            </a:xfrm>
            <a:custGeom>
              <a:avLst/>
              <a:gdLst/>
              <a:ahLst/>
              <a:cxnLst/>
              <a:rect l="l" t="t" r="r" b="b"/>
              <a:pathLst>
                <a:path w="211454" h="268604">
                  <a:moveTo>
                    <a:pt x="0" y="0"/>
                  </a:moveTo>
                  <a:lnTo>
                    <a:pt x="0" y="268293"/>
                  </a:lnTo>
                  <a:lnTo>
                    <a:pt x="211457" y="134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2" name="object 17"/>
            <p:cNvSpPr txBox="1"/>
            <p:nvPr/>
          </p:nvSpPr>
          <p:spPr>
            <a:xfrm>
              <a:off x="9784963" y="5851377"/>
              <a:ext cx="229235" cy="3759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spc="-20" dirty="0">
                  <a:latin typeface="Arial"/>
                  <a:cs typeface="Arial"/>
                </a:rPr>
                <a:t>X</a:t>
              </a:r>
              <a:endParaRPr sz="2400">
                <a:latin typeface="Arial"/>
                <a:cs typeface="Arial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974963" y="3335478"/>
              <a:ext cx="1334653" cy="1001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Smaller</a:t>
              </a:r>
              <a:r>
                <a:rPr lang="en-US" sz="24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 algn="ctr"/>
              <a:r>
                <a:rPr lang="en-US" sz="24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“a”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59649" y="3360089"/>
              <a:ext cx="133465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Larger </a:t>
              </a:r>
            </a:p>
            <a:p>
              <a:pPr algn="ctr"/>
              <a:r>
                <a:rPr lang="en-US" sz="24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“a”</a:t>
              </a:r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E50BFBAC-8257-4C09-98F3-56760778C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8" y="2591405"/>
            <a:ext cx="2774926" cy="9776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BF3482-9CA7-42B8-9EF1-BA83B7BE96DE}"/>
                  </a:ext>
                </a:extLst>
              </p14:cNvPr>
              <p14:cNvContentPartPr/>
              <p14:nvPr/>
            </p14:nvContentPartPr>
            <p14:xfrm>
              <a:off x="84960" y="2421720"/>
              <a:ext cx="2793600" cy="2797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BF3482-9CA7-42B8-9EF1-BA83B7BE96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600" y="2412360"/>
                <a:ext cx="2812320" cy="281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9693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Choice Models: Effect of Changing the Slope b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18A7A8-3612-4698-BF5C-27DC3430E400}" type="slidenum">
              <a:rPr lang="en-US" altLang="en-US" smtClean="0"/>
              <a:pPr/>
              <a:t>16</a:t>
            </a:fld>
            <a:endParaRPr lang="en-US" altLang="en-US"/>
          </a:p>
        </p:txBody>
      </p:sp>
      <p:grpSp>
        <p:nvGrpSpPr>
          <p:cNvPr id="4" name="Group 3"/>
          <p:cNvGrpSpPr/>
          <p:nvPr/>
        </p:nvGrpSpPr>
        <p:grpSpPr>
          <a:xfrm>
            <a:off x="914400" y="1981200"/>
            <a:ext cx="6921500" cy="4516356"/>
            <a:chOff x="2361427" y="1950345"/>
            <a:chExt cx="6921500" cy="4516356"/>
          </a:xfrm>
        </p:grpSpPr>
        <p:sp>
          <p:nvSpPr>
            <p:cNvPr id="5" name="object 3"/>
            <p:cNvSpPr/>
            <p:nvPr/>
          </p:nvSpPr>
          <p:spPr>
            <a:xfrm>
              <a:off x="2361427" y="2806160"/>
              <a:ext cx="6921500" cy="3479800"/>
            </a:xfrm>
            <a:custGeom>
              <a:avLst/>
              <a:gdLst/>
              <a:ahLst/>
              <a:cxnLst/>
              <a:rect l="l" t="t" r="r" b="b"/>
              <a:pathLst>
                <a:path w="6921500" h="3479800">
                  <a:moveTo>
                    <a:pt x="147265" y="3454400"/>
                  </a:moveTo>
                  <a:lnTo>
                    <a:pt x="0" y="3454400"/>
                  </a:lnTo>
                  <a:lnTo>
                    <a:pt x="16362" y="3479800"/>
                  </a:lnTo>
                  <a:lnTo>
                    <a:pt x="147265" y="3479800"/>
                  </a:lnTo>
                  <a:lnTo>
                    <a:pt x="147265" y="3454400"/>
                  </a:lnTo>
                  <a:close/>
                </a:path>
                <a:path w="6921500" h="3479800">
                  <a:moveTo>
                    <a:pt x="409072" y="3454400"/>
                  </a:moveTo>
                  <a:lnTo>
                    <a:pt x="261806" y="3454400"/>
                  </a:lnTo>
                  <a:lnTo>
                    <a:pt x="261806" y="3479800"/>
                  </a:lnTo>
                  <a:lnTo>
                    <a:pt x="409072" y="3479800"/>
                  </a:lnTo>
                  <a:lnTo>
                    <a:pt x="409072" y="3454400"/>
                  </a:lnTo>
                  <a:close/>
                </a:path>
                <a:path w="6921500" h="3479800">
                  <a:moveTo>
                    <a:pt x="670878" y="3454400"/>
                  </a:moveTo>
                  <a:lnTo>
                    <a:pt x="523612" y="3454400"/>
                  </a:lnTo>
                  <a:lnTo>
                    <a:pt x="523612" y="3479800"/>
                  </a:lnTo>
                  <a:lnTo>
                    <a:pt x="670878" y="3479800"/>
                  </a:lnTo>
                  <a:lnTo>
                    <a:pt x="670878" y="3454400"/>
                  </a:lnTo>
                  <a:close/>
                </a:path>
                <a:path w="6921500" h="3479800">
                  <a:moveTo>
                    <a:pt x="932684" y="3445236"/>
                  </a:moveTo>
                  <a:lnTo>
                    <a:pt x="861778" y="3445933"/>
                  </a:lnTo>
                  <a:lnTo>
                    <a:pt x="785418" y="3454399"/>
                  </a:lnTo>
                  <a:lnTo>
                    <a:pt x="0" y="3454400"/>
                  </a:lnTo>
                  <a:lnTo>
                    <a:pt x="785418" y="3454400"/>
                  </a:lnTo>
                  <a:lnTo>
                    <a:pt x="785418" y="3479800"/>
                  </a:lnTo>
                  <a:lnTo>
                    <a:pt x="932684" y="3479800"/>
                  </a:lnTo>
                  <a:lnTo>
                    <a:pt x="932684" y="3445236"/>
                  </a:lnTo>
                  <a:close/>
                </a:path>
                <a:path w="6921500" h="3479800">
                  <a:moveTo>
                    <a:pt x="1178128" y="3442825"/>
                  </a:moveTo>
                  <a:lnTo>
                    <a:pt x="1030862" y="3444272"/>
                  </a:lnTo>
                  <a:lnTo>
                    <a:pt x="1030862" y="3479800"/>
                  </a:lnTo>
                  <a:lnTo>
                    <a:pt x="1079950" y="3479800"/>
                  </a:lnTo>
                  <a:lnTo>
                    <a:pt x="1178128" y="3467100"/>
                  </a:lnTo>
                  <a:lnTo>
                    <a:pt x="1178128" y="3442825"/>
                  </a:lnTo>
                  <a:close/>
                </a:path>
                <a:path w="6921500" h="3479800">
                  <a:moveTo>
                    <a:pt x="1439934" y="3441700"/>
                  </a:moveTo>
                  <a:lnTo>
                    <a:pt x="1292668" y="3441700"/>
                  </a:lnTo>
                  <a:lnTo>
                    <a:pt x="1292668" y="3467100"/>
                  </a:lnTo>
                  <a:lnTo>
                    <a:pt x="1439934" y="3467100"/>
                  </a:lnTo>
                  <a:lnTo>
                    <a:pt x="1439934" y="3441700"/>
                  </a:lnTo>
                  <a:close/>
                </a:path>
                <a:path w="6921500" h="3479800">
                  <a:moveTo>
                    <a:pt x="1030862" y="3454399"/>
                  </a:moveTo>
                  <a:lnTo>
                    <a:pt x="932684" y="3454399"/>
                  </a:lnTo>
                  <a:lnTo>
                    <a:pt x="1030862" y="3454400"/>
                  </a:lnTo>
                  <a:close/>
                </a:path>
                <a:path w="6921500" h="3479800">
                  <a:moveTo>
                    <a:pt x="1292668" y="3454399"/>
                  </a:moveTo>
                  <a:lnTo>
                    <a:pt x="1178128" y="3454399"/>
                  </a:lnTo>
                  <a:lnTo>
                    <a:pt x="1292668" y="3454400"/>
                  </a:lnTo>
                  <a:close/>
                </a:path>
                <a:path w="6921500" h="3479800">
                  <a:moveTo>
                    <a:pt x="147265" y="3452953"/>
                  </a:moveTo>
                  <a:lnTo>
                    <a:pt x="85044" y="3453564"/>
                  </a:lnTo>
                  <a:lnTo>
                    <a:pt x="81814" y="3454399"/>
                  </a:lnTo>
                  <a:lnTo>
                    <a:pt x="147265" y="3454399"/>
                  </a:lnTo>
                  <a:lnTo>
                    <a:pt x="147265" y="3452953"/>
                  </a:lnTo>
                  <a:close/>
                </a:path>
                <a:path w="6921500" h="3479800">
                  <a:moveTo>
                    <a:pt x="409072" y="3450381"/>
                  </a:moveTo>
                  <a:lnTo>
                    <a:pt x="261806" y="3451827"/>
                  </a:lnTo>
                  <a:lnTo>
                    <a:pt x="261806" y="3454399"/>
                  </a:lnTo>
                  <a:lnTo>
                    <a:pt x="409072" y="3454399"/>
                  </a:lnTo>
                  <a:lnTo>
                    <a:pt x="409072" y="3450381"/>
                  </a:lnTo>
                  <a:close/>
                </a:path>
                <a:path w="6921500" h="3479800">
                  <a:moveTo>
                    <a:pt x="1701739" y="3406370"/>
                  </a:moveTo>
                  <a:lnTo>
                    <a:pt x="1661461" y="3407507"/>
                  </a:lnTo>
                  <a:lnTo>
                    <a:pt x="1570837" y="3416300"/>
                  </a:lnTo>
                  <a:lnTo>
                    <a:pt x="1554474" y="3416300"/>
                  </a:lnTo>
                  <a:lnTo>
                    <a:pt x="1554474" y="3454399"/>
                  </a:lnTo>
                  <a:lnTo>
                    <a:pt x="1701739" y="3454399"/>
                  </a:lnTo>
                  <a:lnTo>
                    <a:pt x="1701739" y="3406370"/>
                  </a:lnTo>
                  <a:close/>
                </a:path>
                <a:path w="6921500" h="3479800">
                  <a:moveTo>
                    <a:pt x="147265" y="3452585"/>
                  </a:moveTo>
                  <a:lnTo>
                    <a:pt x="85905" y="3453341"/>
                  </a:lnTo>
                  <a:lnTo>
                    <a:pt x="85044" y="3453564"/>
                  </a:lnTo>
                  <a:lnTo>
                    <a:pt x="147265" y="3452953"/>
                  </a:lnTo>
                  <a:lnTo>
                    <a:pt x="147265" y="3452585"/>
                  </a:lnTo>
                  <a:close/>
                </a:path>
                <a:path w="6921500" h="3479800">
                  <a:moveTo>
                    <a:pt x="147265" y="3450790"/>
                  </a:moveTo>
                  <a:lnTo>
                    <a:pt x="90376" y="3452184"/>
                  </a:lnTo>
                  <a:lnTo>
                    <a:pt x="85905" y="3453341"/>
                  </a:lnTo>
                  <a:lnTo>
                    <a:pt x="147265" y="3452585"/>
                  </a:lnTo>
                  <a:lnTo>
                    <a:pt x="147265" y="3450790"/>
                  </a:lnTo>
                  <a:close/>
                </a:path>
                <a:path w="6921500" h="3479800">
                  <a:moveTo>
                    <a:pt x="147265" y="3450243"/>
                  </a:moveTo>
                  <a:lnTo>
                    <a:pt x="91832" y="3451808"/>
                  </a:lnTo>
                  <a:lnTo>
                    <a:pt x="90376" y="3452184"/>
                  </a:lnTo>
                  <a:lnTo>
                    <a:pt x="147265" y="3450790"/>
                  </a:lnTo>
                  <a:lnTo>
                    <a:pt x="147265" y="3450243"/>
                  </a:lnTo>
                  <a:close/>
                </a:path>
                <a:path w="6921500" h="3479800">
                  <a:moveTo>
                    <a:pt x="409072" y="3449360"/>
                  </a:moveTo>
                  <a:lnTo>
                    <a:pt x="261806" y="3451174"/>
                  </a:lnTo>
                  <a:lnTo>
                    <a:pt x="261806" y="3451827"/>
                  </a:lnTo>
                  <a:lnTo>
                    <a:pt x="409072" y="3450381"/>
                  </a:lnTo>
                  <a:lnTo>
                    <a:pt x="409072" y="3449360"/>
                  </a:lnTo>
                  <a:close/>
                </a:path>
                <a:path w="6921500" h="3479800">
                  <a:moveTo>
                    <a:pt x="147265" y="3448050"/>
                  </a:moveTo>
                  <a:lnTo>
                    <a:pt x="98177" y="3450166"/>
                  </a:lnTo>
                  <a:lnTo>
                    <a:pt x="91832" y="3451808"/>
                  </a:lnTo>
                  <a:lnTo>
                    <a:pt x="147265" y="3450243"/>
                  </a:lnTo>
                  <a:lnTo>
                    <a:pt x="147265" y="3448050"/>
                  </a:lnTo>
                  <a:close/>
                </a:path>
                <a:path w="6921500" h="3479800">
                  <a:moveTo>
                    <a:pt x="409072" y="3444373"/>
                  </a:moveTo>
                  <a:lnTo>
                    <a:pt x="261806" y="3447983"/>
                  </a:lnTo>
                  <a:lnTo>
                    <a:pt x="261806" y="3451174"/>
                  </a:lnTo>
                  <a:lnTo>
                    <a:pt x="409072" y="3449360"/>
                  </a:lnTo>
                  <a:lnTo>
                    <a:pt x="409072" y="3444373"/>
                  </a:lnTo>
                  <a:close/>
                </a:path>
                <a:path w="6921500" h="3479800">
                  <a:moveTo>
                    <a:pt x="147265" y="3447256"/>
                  </a:moveTo>
                  <a:lnTo>
                    <a:pt x="100694" y="3449515"/>
                  </a:lnTo>
                  <a:lnTo>
                    <a:pt x="98177" y="3450166"/>
                  </a:lnTo>
                  <a:lnTo>
                    <a:pt x="147265" y="3448050"/>
                  </a:lnTo>
                  <a:lnTo>
                    <a:pt x="147265" y="3447256"/>
                  </a:lnTo>
                  <a:close/>
                </a:path>
                <a:path w="6921500" h="3479800">
                  <a:moveTo>
                    <a:pt x="147265" y="3444672"/>
                  </a:moveTo>
                  <a:lnTo>
                    <a:pt x="109864" y="3447142"/>
                  </a:lnTo>
                  <a:lnTo>
                    <a:pt x="100694" y="3449515"/>
                  </a:lnTo>
                  <a:lnTo>
                    <a:pt x="147265" y="3447256"/>
                  </a:lnTo>
                  <a:lnTo>
                    <a:pt x="147265" y="3444672"/>
                  </a:lnTo>
                  <a:close/>
                </a:path>
                <a:path w="6921500" h="3479800">
                  <a:moveTo>
                    <a:pt x="409072" y="3442854"/>
                  </a:moveTo>
                  <a:lnTo>
                    <a:pt x="261806" y="3447010"/>
                  </a:lnTo>
                  <a:lnTo>
                    <a:pt x="261806" y="3447983"/>
                  </a:lnTo>
                  <a:lnTo>
                    <a:pt x="409072" y="3444373"/>
                  </a:lnTo>
                  <a:lnTo>
                    <a:pt x="409072" y="3442854"/>
                  </a:lnTo>
                  <a:close/>
                </a:path>
                <a:path w="6921500" h="3479800">
                  <a:moveTo>
                    <a:pt x="147265" y="3441700"/>
                  </a:moveTo>
                  <a:lnTo>
                    <a:pt x="130902" y="3441700"/>
                  </a:lnTo>
                  <a:lnTo>
                    <a:pt x="109864" y="3447142"/>
                  </a:lnTo>
                  <a:lnTo>
                    <a:pt x="147265" y="3444672"/>
                  </a:lnTo>
                  <a:lnTo>
                    <a:pt x="147265" y="3441700"/>
                  </a:lnTo>
                  <a:close/>
                </a:path>
                <a:path w="6921500" h="3479800">
                  <a:moveTo>
                    <a:pt x="409072" y="3441700"/>
                  </a:moveTo>
                  <a:lnTo>
                    <a:pt x="294532" y="3441700"/>
                  </a:lnTo>
                  <a:lnTo>
                    <a:pt x="261806" y="3443111"/>
                  </a:lnTo>
                  <a:lnTo>
                    <a:pt x="261806" y="3447010"/>
                  </a:lnTo>
                  <a:lnTo>
                    <a:pt x="409072" y="3442854"/>
                  </a:lnTo>
                  <a:lnTo>
                    <a:pt x="409072" y="3441700"/>
                  </a:lnTo>
                  <a:close/>
                </a:path>
                <a:path w="6921500" h="3479800">
                  <a:moveTo>
                    <a:pt x="932684" y="3442909"/>
                  </a:moveTo>
                  <a:lnTo>
                    <a:pt x="883595" y="3443514"/>
                  </a:lnTo>
                  <a:lnTo>
                    <a:pt x="861778" y="3445933"/>
                  </a:lnTo>
                  <a:lnTo>
                    <a:pt x="932684" y="3445236"/>
                  </a:lnTo>
                  <a:lnTo>
                    <a:pt x="932684" y="3442909"/>
                  </a:lnTo>
                  <a:close/>
                </a:path>
                <a:path w="6921500" h="3479800">
                  <a:moveTo>
                    <a:pt x="1178128" y="3441700"/>
                  </a:moveTo>
                  <a:lnTo>
                    <a:pt x="1030862" y="3441700"/>
                  </a:lnTo>
                  <a:lnTo>
                    <a:pt x="1030862" y="3444272"/>
                  </a:lnTo>
                  <a:lnTo>
                    <a:pt x="1178128" y="3442825"/>
                  </a:lnTo>
                  <a:lnTo>
                    <a:pt x="1178128" y="3441700"/>
                  </a:lnTo>
                  <a:close/>
                </a:path>
                <a:path w="6921500" h="3479800">
                  <a:moveTo>
                    <a:pt x="932684" y="3441700"/>
                  </a:moveTo>
                  <a:lnTo>
                    <a:pt x="899958" y="3441700"/>
                  </a:lnTo>
                  <a:lnTo>
                    <a:pt x="883595" y="3443514"/>
                  </a:lnTo>
                  <a:lnTo>
                    <a:pt x="932684" y="3442909"/>
                  </a:lnTo>
                  <a:lnTo>
                    <a:pt x="932684" y="3441700"/>
                  </a:lnTo>
                  <a:close/>
                </a:path>
                <a:path w="6921500" h="3479800">
                  <a:moveTo>
                    <a:pt x="294532" y="3441700"/>
                  </a:moveTo>
                  <a:lnTo>
                    <a:pt x="261806" y="3441700"/>
                  </a:lnTo>
                  <a:lnTo>
                    <a:pt x="261806" y="3443111"/>
                  </a:lnTo>
                  <a:lnTo>
                    <a:pt x="294532" y="3441700"/>
                  </a:lnTo>
                  <a:close/>
                </a:path>
                <a:path w="6921500" h="3479800">
                  <a:moveTo>
                    <a:pt x="1947183" y="3390900"/>
                  </a:moveTo>
                  <a:lnTo>
                    <a:pt x="1898096" y="3390900"/>
                  </a:lnTo>
                  <a:lnTo>
                    <a:pt x="1816281" y="3403600"/>
                  </a:lnTo>
                  <a:lnTo>
                    <a:pt x="1799917" y="3403600"/>
                  </a:lnTo>
                  <a:lnTo>
                    <a:pt x="1816281" y="3441700"/>
                  </a:lnTo>
                  <a:lnTo>
                    <a:pt x="1898096" y="3416300"/>
                  </a:lnTo>
                  <a:lnTo>
                    <a:pt x="1963547" y="3416300"/>
                  </a:lnTo>
                  <a:lnTo>
                    <a:pt x="1947183" y="3390900"/>
                  </a:lnTo>
                  <a:close/>
                </a:path>
                <a:path w="6921500" h="3479800">
                  <a:moveTo>
                    <a:pt x="1701739" y="3403600"/>
                  </a:moveTo>
                  <a:lnTo>
                    <a:pt x="1661461" y="3407507"/>
                  </a:lnTo>
                  <a:lnTo>
                    <a:pt x="1701739" y="3406370"/>
                  </a:lnTo>
                  <a:lnTo>
                    <a:pt x="1701739" y="3403600"/>
                  </a:lnTo>
                  <a:close/>
                </a:path>
                <a:path w="6921500" h="3479800">
                  <a:moveTo>
                    <a:pt x="2208989" y="3340100"/>
                  </a:moveTo>
                  <a:lnTo>
                    <a:pt x="2159900" y="3340100"/>
                  </a:lnTo>
                  <a:lnTo>
                    <a:pt x="2094449" y="3352800"/>
                  </a:lnTo>
                  <a:lnTo>
                    <a:pt x="2061725" y="3365500"/>
                  </a:lnTo>
                  <a:lnTo>
                    <a:pt x="2061725" y="3403600"/>
                  </a:lnTo>
                  <a:lnTo>
                    <a:pt x="2110812" y="3390900"/>
                  </a:lnTo>
                  <a:lnTo>
                    <a:pt x="2176264" y="3365500"/>
                  </a:lnTo>
                  <a:lnTo>
                    <a:pt x="2208989" y="3365500"/>
                  </a:lnTo>
                  <a:lnTo>
                    <a:pt x="2208989" y="3340100"/>
                  </a:lnTo>
                  <a:close/>
                </a:path>
                <a:path w="6921500" h="3479800">
                  <a:moveTo>
                    <a:pt x="2438069" y="3251200"/>
                  </a:moveTo>
                  <a:lnTo>
                    <a:pt x="2388981" y="3263900"/>
                  </a:lnTo>
                  <a:lnTo>
                    <a:pt x="2307167" y="3302000"/>
                  </a:lnTo>
                  <a:lnTo>
                    <a:pt x="2323531" y="3340100"/>
                  </a:lnTo>
                  <a:lnTo>
                    <a:pt x="2405344" y="3302000"/>
                  </a:lnTo>
                  <a:lnTo>
                    <a:pt x="2454435" y="3289300"/>
                  </a:lnTo>
                  <a:lnTo>
                    <a:pt x="2438069" y="3251200"/>
                  </a:lnTo>
                  <a:close/>
                </a:path>
                <a:path w="6921500" h="3479800">
                  <a:moveTo>
                    <a:pt x="2667149" y="3136900"/>
                  </a:moveTo>
                  <a:lnTo>
                    <a:pt x="2536248" y="3200400"/>
                  </a:lnTo>
                  <a:lnTo>
                    <a:pt x="2552611" y="3238500"/>
                  </a:lnTo>
                  <a:lnTo>
                    <a:pt x="2683515" y="3175000"/>
                  </a:lnTo>
                  <a:lnTo>
                    <a:pt x="2683515" y="3149600"/>
                  </a:lnTo>
                  <a:lnTo>
                    <a:pt x="2667149" y="3136900"/>
                  </a:lnTo>
                  <a:close/>
                </a:path>
                <a:path w="6921500" h="3479800">
                  <a:moveTo>
                    <a:pt x="2879869" y="2971800"/>
                  </a:moveTo>
                  <a:lnTo>
                    <a:pt x="2814417" y="3035300"/>
                  </a:lnTo>
                  <a:lnTo>
                    <a:pt x="2765328" y="3073400"/>
                  </a:lnTo>
                  <a:lnTo>
                    <a:pt x="2781691" y="3098800"/>
                  </a:lnTo>
                  <a:lnTo>
                    <a:pt x="2847141" y="3048000"/>
                  </a:lnTo>
                  <a:lnTo>
                    <a:pt x="2896231" y="2997200"/>
                  </a:lnTo>
                  <a:lnTo>
                    <a:pt x="2879869" y="2971800"/>
                  </a:lnTo>
                  <a:close/>
                </a:path>
                <a:path w="6921500" h="3479800">
                  <a:moveTo>
                    <a:pt x="3059861" y="2806700"/>
                  </a:moveTo>
                  <a:lnTo>
                    <a:pt x="2961681" y="2908300"/>
                  </a:lnTo>
                  <a:lnTo>
                    <a:pt x="2978045" y="2933700"/>
                  </a:lnTo>
                  <a:lnTo>
                    <a:pt x="3059861" y="2870200"/>
                  </a:lnTo>
                  <a:lnTo>
                    <a:pt x="3092585" y="2819400"/>
                  </a:lnTo>
                  <a:lnTo>
                    <a:pt x="3059861" y="2806700"/>
                  </a:lnTo>
                  <a:close/>
                </a:path>
                <a:path w="6921500" h="3479800">
                  <a:moveTo>
                    <a:pt x="3239851" y="2603500"/>
                  </a:moveTo>
                  <a:lnTo>
                    <a:pt x="3223489" y="2641600"/>
                  </a:lnTo>
                  <a:lnTo>
                    <a:pt x="3141675" y="2717800"/>
                  </a:lnTo>
                  <a:lnTo>
                    <a:pt x="3174401" y="2755900"/>
                  </a:lnTo>
                  <a:lnTo>
                    <a:pt x="3190763" y="2717800"/>
                  </a:lnTo>
                  <a:lnTo>
                    <a:pt x="3239851" y="2654300"/>
                  </a:lnTo>
                  <a:lnTo>
                    <a:pt x="3272577" y="2641600"/>
                  </a:lnTo>
                  <a:lnTo>
                    <a:pt x="3239851" y="2603500"/>
                  </a:lnTo>
                  <a:close/>
                </a:path>
                <a:path w="6921500" h="3479800">
                  <a:moveTo>
                    <a:pt x="3403479" y="2413000"/>
                  </a:moveTo>
                  <a:lnTo>
                    <a:pt x="3354392" y="2489200"/>
                  </a:lnTo>
                  <a:lnTo>
                    <a:pt x="3305304" y="2514600"/>
                  </a:lnTo>
                  <a:lnTo>
                    <a:pt x="3338028" y="2552700"/>
                  </a:lnTo>
                  <a:lnTo>
                    <a:pt x="3370753" y="2501900"/>
                  </a:lnTo>
                  <a:lnTo>
                    <a:pt x="3436205" y="2438400"/>
                  </a:lnTo>
                  <a:lnTo>
                    <a:pt x="3403479" y="2413000"/>
                  </a:lnTo>
                  <a:close/>
                </a:path>
                <a:path w="6921500" h="3479800">
                  <a:moveTo>
                    <a:pt x="3567109" y="2222500"/>
                  </a:moveTo>
                  <a:lnTo>
                    <a:pt x="3550748" y="2235200"/>
                  </a:lnTo>
                  <a:lnTo>
                    <a:pt x="3485294" y="2324100"/>
                  </a:lnTo>
                  <a:lnTo>
                    <a:pt x="3485294" y="2336800"/>
                  </a:lnTo>
                  <a:lnTo>
                    <a:pt x="3501659" y="2349500"/>
                  </a:lnTo>
                  <a:lnTo>
                    <a:pt x="3583471" y="2273300"/>
                  </a:lnTo>
                  <a:lnTo>
                    <a:pt x="3599835" y="2235200"/>
                  </a:lnTo>
                  <a:lnTo>
                    <a:pt x="3567109" y="2222500"/>
                  </a:lnTo>
                  <a:close/>
                </a:path>
                <a:path w="6921500" h="3479800">
                  <a:moveTo>
                    <a:pt x="3714376" y="2006600"/>
                  </a:moveTo>
                  <a:lnTo>
                    <a:pt x="3681649" y="2070100"/>
                  </a:lnTo>
                  <a:lnTo>
                    <a:pt x="3632561" y="2120900"/>
                  </a:lnTo>
                  <a:lnTo>
                    <a:pt x="3665287" y="2146300"/>
                  </a:lnTo>
                  <a:lnTo>
                    <a:pt x="3698015" y="2082800"/>
                  </a:lnTo>
                  <a:lnTo>
                    <a:pt x="3714376" y="2082800"/>
                  </a:lnTo>
                  <a:lnTo>
                    <a:pt x="3747101" y="2019300"/>
                  </a:lnTo>
                  <a:lnTo>
                    <a:pt x="3714376" y="2006600"/>
                  </a:lnTo>
                  <a:close/>
                </a:path>
                <a:path w="6921500" h="3479800">
                  <a:moveTo>
                    <a:pt x="3845279" y="1765300"/>
                  </a:moveTo>
                  <a:lnTo>
                    <a:pt x="3779828" y="1905000"/>
                  </a:lnTo>
                  <a:lnTo>
                    <a:pt x="3812552" y="1917700"/>
                  </a:lnTo>
                  <a:lnTo>
                    <a:pt x="3878004" y="1790700"/>
                  </a:lnTo>
                  <a:lnTo>
                    <a:pt x="3845279" y="1765300"/>
                  </a:lnTo>
                  <a:close/>
                </a:path>
                <a:path w="6921500" h="3479800">
                  <a:moveTo>
                    <a:pt x="3976182" y="1549400"/>
                  </a:moveTo>
                  <a:lnTo>
                    <a:pt x="3910731" y="1663700"/>
                  </a:lnTo>
                  <a:lnTo>
                    <a:pt x="3943456" y="1701800"/>
                  </a:lnTo>
                  <a:lnTo>
                    <a:pt x="4008908" y="1562100"/>
                  </a:lnTo>
                  <a:lnTo>
                    <a:pt x="3976182" y="1549400"/>
                  </a:lnTo>
                  <a:close/>
                </a:path>
                <a:path w="6921500" h="3479800">
                  <a:moveTo>
                    <a:pt x="4112266" y="1392289"/>
                  </a:moveTo>
                  <a:lnTo>
                    <a:pt x="4055596" y="1420707"/>
                  </a:lnTo>
                  <a:lnTo>
                    <a:pt x="4041634" y="1447800"/>
                  </a:lnTo>
                  <a:lnTo>
                    <a:pt x="4057996" y="1473200"/>
                  </a:lnTo>
                  <a:lnTo>
                    <a:pt x="4074358" y="1473200"/>
                  </a:lnTo>
                  <a:lnTo>
                    <a:pt x="4112266" y="1392289"/>
                  </a:lnTo>
                  <a:close/>
                </a:path>
                <a:path w="6921500" h="3479800">
                  <a:moveTo>
                    <a:pt x="4107740" y="1321054"/>
                  </a:moveTo>
                  <a:lnTo>
                    <a:pt x="4106665" y="1321612"/>
                  </a:lnTo>
                  <a:lnTo>
                    <a:pt x="4055596" y="1420707"/>
                  </a:lnTo>
                  <a:lnTo>
                    <a:pt x="4112266" y="1392289"/>
                  </a:lnTo>
                  <a:lnTo>
                    <a:pt x="4139811" y="1333500"/>
                  </a:lnTo>
                  <a:lnTo>
                    <a:pt x="4107740" y="1321054"/>
                  </a:lnTo>
                  <a:close/>
                </a:path>
                <a:path w="6921500" h="3479800">
                  <a:moveTo>
                    <a:pt x="4107084" y="1320800"/>
                  </a:moveTo>
                  <a:lnTo>
                    <a:pt x="4106665" y="1321612"/>
                  </a:lnTo>
                  <a:lnTo>
                    <a:pt x="4107740" y="1321054"/>
                  </a:lnTo>
                  <a:lnTo>
                    <a:pt x="4107084" y="1320800"/>
                  </a:lnTo>
                  <a:close/>
                </a:path>
                <a:path w="6921500" h="3479800">
                  <a:moveTo>
                    <a:pt x="4240888" y="1184073"/>
                  </a:moveTo>
                  <a:lnTo>
                    <a:pt x="4173239" y="1220289"/>
                  </a:lnTo>
                  <a:lnTo>
                    <a:pt x="4188899" y="1244600"/>
                  </a:lnTo>
                  <a:lnTo>
                    <a:pt x="4240888" y="1184073"/>
                  </a:lnTo>
                  <a:close/>
                </a:path>
                <a:path w="6921500" h="3479800">
                  <a:moveTo>
                    <a:pt x="4254351" y="1104900"/>
                  </a:moveTo>
                  <a:lnTo>
                    <a:pt x="4221624" y="1130300"/>
                  </a:lnTo>
                  <a:lnTo>
                    <a:pt x="4221624" y="1155700"/>
                  </a:lnTo>
                  <a:lnTo>
                    <a:pt x="4172538" y="1219200"/>
                  </a:lnTo>
                  <a:lnTo>
                    <a:pt x="4173239" y="1220289"/>
                  </a:lnTo>
                  <a:lnTo>
                    <a:pt x="4240888" y="1184073"/>
                  </a:lnTo>
                  <a:lnTo>
                    <a:pt x="4254351" y="1168400"/>
                  </a:lnTo>
                  <a:lnTo>
                    <a:pt x="4270714" y="1117600"/>
                  </a:lnTo>
                  <a:lnTo>
                    <a:pt x="4254351" y="1104900"/>
                  </a:lnTo>
                  <a:close/>
                </a:path>
                <a:path w="6921500" h="3479800">
                  <a:moveTo>
                    <a:pt x="4405340" y="942537"/>
                  </a:moveTo>
                  <a:lnTo>
                    <a:pt x="4339985" y="979802"/>
                  </a:lnTo>
                  <a:lnTo>
                    <a:pt x="4319800" y="1003300"/>
                  </a:lnTo>
                  <a:lnTo>
                    <a:pt x="4336166" y="1028700"/>
                  </a:lnTo>
                  <a:lnTo>
                    <a:pt x="4368892" y="977900"/>
                  </a:lnTo>
                  <a:lnTo>
                    <a:pt x="4405340" y="942537"/>
                  </a:lnTo>
                  <a:close/>
                </a:path>
                <a:path w="6921500" h="3479800">
                  <a:moveTo>
                    <a:pt x="4401619" y="889000"/>
                  </a:moveTo>
                  <a:lnTo>
                    <a:pt x="4352528" y="965200"/>
                  </a:lnTo>
                  <a:lnTo>
                    <a:pt x="4339985" y="979802"/>
                  </a:lnTo>
                  <a:lnTo>
                    <a:pt x="4405340" y="942537"/>
                  </a:lnTo>
                  <a:lnTo>
                    <a:pt x="4434342" y="914400"/>
                  </a:lnTo>
                  <a:lnTo>
                    <a:pt x="4401619" y="889000"/>
                  </a:lnTo>
                  <a:close/>
                </a:path>
                <a:path w="6921500" h="3479800">
                  <a:moveTo>
                    <a:pt x="4561303" y="791479"/>
                  </a:moveTo>
                  <a:lnTo>
                    <a:pt x="4504507" y="824637"/>
                  </a:lnTo>
                  <a:lnTo>
                    <a:pt x="4516155" y="838200"/>
                  </a:lnTo>
                  <a:lnTo>
                    <a:pt x="4561303" y="791479"/>
                  </a:lnTo>
                  <a:close/>
                </a:path>
                <a:path w="6921500" h="3479800">
                  <a:moveTo>
                    <a:pt x="4606518" y="718398"/>
                  </a:moveTo>
                  <a:lnTo>
                    <a:pt x="4530602" y="763488"/>
                  </a:lnTo>
                  <a:lnTo>
                    <a:pt x="4483432" y="800099"/>
                  </a:lnTo>
                  <a:lnTo>
                    <a:pt x="4504507" y="824637"/>
                  </a:lnTo>
                  <a:lnTo>
                    <a:pt x="4561303" y="791479"/>
                  </a:lnTo>
                  <a:lnTo>
                    <a:pt x="4614335" y="736600"/>
                  </a:lnTo>
                  <a:lnTo>
                    <a:pt x="4606518" y="718398"/>
                  </a:lnTo>
                  <a:close/>
                </a:path>
                <a:path w="6921500" h="3479800">
                  <a:moveTo>
                    <a:pt x="4599851" y="702876"/>
                  </a:moveTo>
                  <a:lnTo>
                    <a:pt x="4585375" y="711535"/>
                  </a:lnTo>
                  <a:lnTo>
                    <a:pt x="4548882" y="749300"/>
                  </a:lnTo>
                  <a:lnTo>
                    <a:pt x="4530602" y="763488"/>
                  </a:lnTo>
                  <a:lnTo>
                    <a:pt x="4606518" y="718398"/>
                  </a:lnTo>
                  <a:lnTo>
                    <a:pt x="4599851" y="702876"/>
                  </a:lnTo>
                  <a:close/>
                </a:path>
                <a:path w="6921500" h="3479800">
                  <a:moveTo>
                    <a:pt x="4597971" y="698500"/>
                  </a:moveTo>
                  <a:lnTo>
                    <a:pt x="4585375" y="711535"/>
                  </a:lnTo>
                  <a:lnTo>
                    <a:pt x="4599851" y="702876"/>
                  </a:lnTo>
                  <a:lnTo>
                    <a:pt x="4597971" y="698500"/>
                  </a:lnTo>
                  <a:close/>
                </a:path>
                <a:path w="6921500" h="3479800">
                  <a:moveTo>
                    <a:pt x="4739710" y="639290"/>
                  </a:moveTo>
                  <a:lnTo>
                    <a:pt x="4702469" y="661409"/>
                  </a:lnTo>
                  <a:lnTo>
                    <a:pt x="4712510" y="673100"/>
                  </a:lnTo>
                  <a:lnTo>
                    <a:pt x="4728875" y="647700"/>
                  </a:lnTo>
                  <a:lnTo>
                    <a:pt x="4739710" y="639290"/>
                  </a:lnTo>
                  <a:close/>
                </a:path>
                <a:path w="6921500" h="3479800">
                  <a:moveTo>
                    <a:pt x="4821165" y="570490"/>
                  </a:moveTo>
                  <a:lnTo>
                    <a:pt x="4691168" y="648252"/>
                  </a:lnTo>
                  <a:lnTo>
                    <a:pt x="4702469" y="661409"/>
                  </a:lnTo>
                  <a:lnTo>
                    <a:pt x="4739710" y="639290"/>
                  </a:lnTo>
                  <a:lnTo>
                    <a:pt x="4794326" y="596900"/>
                  </a:lnTo>
                  <a:lnTo>
                    <a:pt x="4827054" y="584200"/>
                  </a:lnTo>
                  <a:lnTo>
                    <a:pt x="4821165" y="570490"/>
                  </a:lnTo>
                  <a:close/>
                </a:path>
                <a:path w="6921500" h="3479800">
                  <a:moveTo>
                    <a:pt x="4813549" y="552759"/>
                  </a:moveTo>
                  <a:lnTo>
                    <a:pt x="4762321" y="583639"/>
                  </a:lnTo>
                  <a:lnTo>
                    <a:pt x="4712510" y="622300"/>
                  </a:lnTo>
                  <a:lnTo>
                    <a:pt x="4698187" y="622300"/>
                  </a:lnTo>
                  <a:lnTo>
                    <a:pt x="4689062" y="627800"/>
                  </a:lnTo>
                  <a:lnTo>
                    <a:pt x="4679786" y="635000"/>
                  </a:lnTo>
                  <a:lnTo>
                    <a:pt x="4691168" y="648252"/>
                  </a:lnTo>
                  <a:lnTo>
                    <a:pt x="4821165" y="570490"/>
                  </a:lnTo>
                  <a:lnTo>
                    <a:pt x="4813549" y="552759"/>
                  </a:lnTo>
                  <a:close/>
                </a:path>
                <a:path w="6921500" h="3479800">
                  <a:moveTo>
                    <a:pt x="4698187" y="622300"/>
                  </a:moveTo>
                  <a:lnTo>
                    <a:pt x="4696150" y="622300"/>
                  </a:lnTo>
                  <a:lnTo>
                    <a:pt x="4689062" y="627800"/>
                  </a:lnTo>
                  <a:lnTo>
                    <a:pt x="4698187" y="622300"/>
                  </a:lnTo>
                  <a:close/>
                </a:path>
                <a:path w="6921500" h="3479800">
                  <a:moveTo>
                    <a:pt x="4810688" y="546100"/>
                  </a:moveTo>
                  <a:lnTo>
                    <a:pt x="4762321" y="583639"/>
                  </a:lnTo>
                  <a:lnTo>
                    <a:pt x="4813549" y="552759"/>
                  </a:lnTo>
                  <a:lnTo>
                    <a:pt x="4810688" y="546100"/>
                  </a:lnTo>
                  <a:close/>
                </a:path>
                <a:path w="6921500" h="3479800">
                  <a:moveTo>
                    <a:pt x="4932763" y="524628"/>
                  </a:moveTo>
                  <a:lnTo>
                    <a:pt x="4923758" y="529976"/>
                  </a:lnTo>
                  <a:lnTo>
                    <a:pt x="4925228" y="533400"/>
                  </a:lnTo>
                  <a:lnTo>
                    <a:pt x="4932763" y="524628"/>
                  </a:lnTo>
                  <a:close/>
                </a:path>
                <a:path w="6921500" h="3479800">
                  <a:moveTo>
                    <a:pt x="5049361" y="433989"/>
                  </a:moveTo>
                  <a:lnTo>
                    <a:pt x="4916633" y="513383"/>
                  </a:lnTo>
                  <a:lnTo>
                    <a:pt x="4923758" y="529976"/>
                  </a:lnTo>
                  <a:lnTo>
                    <a:pt x="4932763" y="524628"/>
                  </a:lnTo>
                  <a:lnTo>
                    <a:pt x="4957954" y="495300"/>
                  </a:lnTo>
                  <a:lnTo>
                    <a:pt x="5008631" y="479567"/>
                  </a:lnTo>
                  <a:lnTo>
                    <a:pt x="5048980" y="455602"/>
                  </a:lnTo>
                  <a:lnTo>
                    <a:pt x="5056131" y="444500"/>
                  </a:lnTo>
                  <a:lnTo>
                    <a:pt x="5049361" y="433989"/>
                  </a:lnTo>
                  <a:close/>
                </a:path>
                <a:path w="6921500" h="3479800">
                  <a:moveTo>
                    <a:pt x="5039770" y="419100"/>
                  </a:moveTo>
                  <a:lnTo>
                    <a:pt x="5023404" y="431800"/>
                  </a:lnTo>
                  <a:lnTo>
                    <a:pt x="4941591" y="469900"/>
                  </a:lnTo>
                  <a:lnTo>
                    <a:pt x="4908868" y="495300"/>
                  </a:lnTo>
                  <a:lnTo>
                    <a:pt x="4916633" y="513383"/>
                  </a:lnTo>
                  <a:lnTo>
                    <a:pt x="5049361" y="433989"/>
                  </a:lnTo>
                  <a:lnTo>
                    <a:pt x="5039770" y="419100"/>
                  </a:lnTo>
                  <a:close/>
                </a:path>
                <a:path w="6921500" h="3479800">
                  <a:moveTo>
                    <a:pt x="5048980" y="455602"/>
                  </a:moveTo>
                  <a:lnTo>
                    <a:pt x="5008631" y="479567"/>
                  </a:lnTo>
                  <a:lnTo>
                    <a:pt x="5039770" y="469900"/>
                  </a:lnTo>
                  <a:lnTo>
                    <a:pt x="5048980" y="455602"/>
                  </a:lnTo>
                  <a:close/>
                </a:path>
                <a:path w="6921500" h="3479800">
                  <a:moveTo>
                    <a:pt x="5271421" y="323485"/>
                  </a:moveTo>
                  <a:lnTo>
                    <a:pt x="5145393" y="398338"/>
                  </a:lnTo>
                  <a:lnTo>
                    <a:pt x="5154311" y="419100"/>
                  </a:lnTo>
                  <a:lnTo>
                    <a:pt x="5203398" y="381000"/>
                  </a:lnTo>
                  <a:lnTo>
                    <a:pt x="5285214" y="355600"/>
                  </a:lnTo>
                  <a:lnTo>
                    <a:pt x="5271421" y="323485"/>
                  </a:lnTo>
                  <a:close/>
                </a:path>
                <a:path w="6921500" h="3479800">
                  <a:moveTo>
                    <a:pt x="5268850" y="317500"/>
                  </a:moveTo>
                  <a:lnTo>
                    <a:pt x="5187035" y="355600"/>
                  </a:lnTo>
                  <a:lnTo>
                    <a:pt x="5137946" y="381000"/>
                  </a:lnTo>
                  <a:lnTo>
                    <a:pt x="5145393" y="398338"/>
                  </a:lnTo>
                  <a:lnTo>
                    <a:pt x="5271421" y="323485"/>
                  </a:lnTo>
                  <a:lnTo>
                    <a:pt x="5268850" y="317500"/>
                  </a:lnTo>
                  <a:close/>
                </a:path>
                <a:path w="6921500" h="3479800">
                  <a:moveTo>
                    <a:pt x="5414382" y="293445"/>
                  </a:moveTo>
                  <a:lnTo>
                    <a:pt x="5381774" y="312482"/>
                  </a:lnTo>
                  <a:lnTo>
                    <a:pt x="5383390" y="317500"/>
                  </a:lnTo>
                  <a:lnTo>
                    <a:pt x="5414382" y="293445"/>
                  </a:lnTo>
                  <a:close/>
                </a:path>
                <a:path w="6921500" h="3479800">
                  <a:moveTo>
                    <a:pt x="5514293" y="215900"/>
                  </a:moveTo>
                  <a:lnTo>
                    <a:pt x="5432479" y="254000"/>
                  </a:lnTo>
                  <a:lnTo>
                    <a:pt x="5367028" y="266700"/>
                  </a:lnTo>
                  <a:lnTo>
                    <a:pt x="5381774" y="312482"/>
                  </a:lnTo>
                  <a:lnTo>
                    <a:pt x="5414382" y="293445"/>
                  </a:lnTo>
                  <a:lnTo>
                    <a:pt x="5432479" y="279400"/>
                  </a:lnTo>
                  <a:lnTo>
                    <a:pt x="5440600" y="278139"/>
                  </a:lnTo>
                  <a:lnTo>
                    <a:pt x="5514293" y="235117"/>
                  </a:lnTo>
                  <a:lnTo>
                    <a:pt x="5514293" y="215900"/>
                  </a:lnTo>
                  <a:close/>
                </a:path>
                <a:path w="6921500" h="3479800">
                  <a:moveTo>
                    <a:pt x="5514293" y="235117"/>
                  </a:moveTo>
                  <a:lnTo>
                    <a:pt x="5440600" y="278139"/>
                  </a:lnTo>
                  <a:lnTo>
                    <a:pt x="5514293" y="266700"/>
                  </a:lnTo>
                  <a:lnTo>
                    <a:pt x="5514293" y="235117"/>
                  </a:lnTo>
                  <a:close/>
                </a:path>
                <a:path w="6921500" h="3479800">
                  <a:moveTo>
                    <a:pt x="5759738" y="127000"/>
                  </a:moveTo>
                  <a:lnTo>
                    <a:pt x="5743373" y="152400"/>
                  </a:lnTo>
                  <a:lnTo>
                    <a:pt x="5612471" y="177800"/>
                  </a:lnTo>
                  <a:lnTo>
                    <a:pt x="5628834" y="215900"/>
                  </a:lnTo>
                  <a:lnTo>
                    <a:pt x="5732795" y="185641"/>
                  </a:lnTo>
                  <a:lnTo>
                    <a:pt x="5759738" y="170279"/>
                  </a:lnTo>
                  <a:lnTo>
                    <a:pt x="5759738" y="127000"/>
                  </a:lnTo>
                  <a:close/>
                </a:path>
                <a:path w="6921500" h="3479800">
                  <a:moveTo>
                    <a:pt x="5759738" y="170279"/>
                  </a:moveTo>
                  <a:lnTo>
                    <a:pt x="5732795" y="185641"/>
                  </a:lnTo>
                  <a:lnTo>
                    <a:pt x="5759738" y="177800"/>
                  </a:lnTo>
                  <a:lnTo>
                    <a:pt x="5759738" y="170279"/>
                  </a:lnTo>
                  <a:close/>
                </a:path>
                <a:path w="6921500" h="3479800">
                  <a:moveTo>
                    <a:pt x="6005181" y="88900"/>
                  </a:moveTo>
                  <a:lnTo>
                    <a:pt x="5972454" y="88900"/>
                  </a:lnTo>
                  <a:lnTo>
                    <a:pt x="5890639" y="101600"/>
                  </a:lnTo>
                  <a:lnTo>
                    <a:pt x="5857915" y="114300"/>
                  </a:lnTo>
                  <a:lnTo>
                    <a:pt x="5874278" y="152400"/>
                  </a:lnTo>
                  <a:lnTo>
                    <a:pt x="5907002" y="127000"/>
                  </a:lnTo>
                  <a:lnTo>
                    <a:pt x="5988815" y="114300"/>
                  </a:lnTo>
                  <a:lnTo>
                    <a:pt x="6021542" y="114300"/>
                  </a:lnTo>
                  <a:lnTo>
                    <a:pt x="6005181" y="88900"/>
                  </a:lnTo>
                  <a:close/>
                </a:path>
                <a:path w="6921500" h="3479800">
                  <a:moveTo>
                    <a:pt x="6266983" y="50800"/>
                  </a:moveTo>
                  <a:lnTo>
                    <a:pt x="6152445" y="50800"/>
                  </a:lnTo>
                  <a:lnTo>
                    <a:pt x="6119722" y="63500"/>
                  </a:lnTo>
                  <a:lnTo>
                    <a:pt x="6119722" y="101600"/>
                  </a:lnTo>
                  <a:lnTo>
                    <a:pt x="6152445" y="101600"/>
                  </a:lnTo>
                  <a:lnTo>
                    <a:pt x="6234258" y="88900"/>
                  </a:lnTo>
                  <a:lnTo>
                    <a:pt x="6266983" y="88900"/>
                  </a:lnTo>
                  <a:lnTo>
                    <a:pt x="6266983" y="50800"/>
                  </a:lnTo>
                  <a:close/>
                </a:path>
                <a:path w="6921500" h="3479800">
                  <a:moveTo>
                    <a:pt x="6528793" y="38100"/>
                  </a:moveTo>
                  <a:lnTo>
                    <a:pt x="6381526" y="38100"/>
                  </a:lnTo>
                  <a:lnTo>
                    <a:pt x="6381526" y="63500"/>
                  </a:lnTo>
                  <a:lnTo>
                    <a:pt x="6528793" y="63500"/>
                  </a:lnTo>
                  <a:lnTo>
                    <a:pt x="6528793" y="38100"/>
                  </a:lnTo>
                  <a:close/>
                </a:path>
                <a:path w="6921500" h="3479800">
                  <a:moveTo>
                    <a:pt x="6774237" y="12700"/>
                  </a:moveTo>
                  <a:lnTo>
                    <a:pt x="6626967" y="12700"/>
                  </a:lnTo>
                  <a:lnTo>
                    <a:pt x="6626967" y="63500"/>
                  </a:lnTo>
                  <a:lnTo>
                    <a:pt x="6692423" y="50800"/>
                  </a:lnTo>
                  <a:lnTo>
                    <a:pt x="6774237" y="50800"/>
                  </a:lnTo>
                  <a:lnTo>
                    <a:pt x="6774237" y="12700"/>
                  </a:lnTo>
                  <a:close/>
                </a:path>
                <a:path w="6921500" h="3479800">
                  <a:moveTo>
                    <a:pt x="6921501" y="0"/>
                  </a:moveTo>
                  <a:lnTo>
                    <a:pt x="6888775" y="0"/>
                  </a:lnTo>
                  <a:lnTo>
                    <a:pt x="6888775" y="50800"/>
                  </a:lnTo>
                  <a:lnTo>
                    <a:pt x="6921501" y="38100"/>
                  </a:lnTo>
                  <a:lnTo>
                    <a:pt x="69215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6" name="object 4"/>
            <p:cNvSpPr/>
            <p:nvPr/>
          </p:nvSpPr>
          <p:spPr>
            <a:xfrm>
              <a:off x="3555917" y="2782878"/>
              <a:ext cx="4860290" cy="3486785"/>
            </a:xfrm>
            <a:custGeom>
              <a:avLst/>
              <a:gdLst/>
              <a:ahLst/>
              <a:cxnLst/>
              <a:rect l="l" t="t" r="r" b="b"/>
              <a:pathLst>
                <a:path w="4860290" h="3486784">
                  <a:moveTo>
                    <a:pt x="1096313" y="3453036"/>
                  </a:moveTo>
                  <a:lnTo>
                    <a:pt x="0" y="3453036"/>
                  </a:lnTo>
                  <a:lnTo>
                    <a:pt x="0" y="3486401"/>
                  </a:lnTo>
                  <a:lnTo>
                    <a:pt x="752692" y="3486401"/>
                  </a:lnTo>
                  <a:lnTo>
                    <a:pt x="867233" y="3469718"/>
                  </a:lnTo>
                  <a:lnTo>
                    <a:pt x="981773" y="3469718"/>
                  </a:lnTo>
                  <a:lnTo>
                    <a:pt x="1096313" y="3453036"/>
                  </a:lnTo>
                  <a:close/>
                </a:path>
                <a:path w="4860290" h="3486784">
                  <a:moveTo>
                    <a:pt x="310894" y="3436354"/>
                  </a:moveTo>
                  <a:lnTo>
                    <a:pt x="98177" y="3436354"/>
                  </a:lnTo>
                  <a:lnTo>
                    <a:pt x="65451" y="3453036"/>
                  </a:lnTo>
                  <a:lnTo>
                    <a:pt x="359982" y="3453036"/>
                  </a:lnTo>
                  <a:lnTo>
                    <a:pt x="310894" y="3436354"/>
                  </a:lnTo>
                  <a:close/>
                </a:path>
                <a:path w="4860290" h="3486784">
                  <a:moveTo>
                    <a:pt x="4483432" y="66725"/>
                  </a:moveTo>
                  <a:lnTo>
                    <a:pt x="4237988" y="66725"/>
                  </a:lnTo>
                  <a:lnTo>
                    <a:pt x="4188898" y="83407"/>
                  </a:lnTo>
                  <a:lnTo>
                    <a:pt x="4123451" y="100088"/>
                  </a:lnTo>
                  <a:lnTo>
                    <a:pt x="4074358" y="116768"/>
                  </a:lnTo>
                  <a:lnTo>
                    <a:pt x="4025271" y="150133"/>
                  </a:lnTo>
                  <a:lnTo>
                    <a:pt x="3796190" y="250220"/>
                  </a:lnTo>
                  <a:lnTo>
                    <a:pt x="3747100" y="283583"/>
                  </a:lnTo>
                  <a:lnTo>
                    <a:pt x="3681648" y="316945"/>
                  </a:lnTo>
                  <a:lnTo>
                    <a:pt x="3632563" y="350307"/>
                  </a:lnTo>
                  <a:lnTo>
                    <a:pt x="3567109" y="383670"/>
                  </a:lnTo>
                  <a:lnTo>
                    <a:pt x="3567109" y="400352"/>
                  </a:lnTo>
                  <a:lnTo>
                    <a:pt x="3518020" y="433715"/>
                  </a:lnTo>
                  <a:lnTo>
                    <a:pt x="3452569" y="483759"/>
                  </a:lnTo>
                  <a:lnTo>
                    <a:pt x="3403480" y="517122"/>
                  </a:lnTo>
                  <a:lnTo>
                    <a:pt x="3338028" y="567165"/>
                  </a:lnTo>
                  <a:lnTo>
                    <a:pt x="3288941" y="617209"/>
                  </a:lnTo>
                  <a:lnTo>
                    <a:pt x="3141675" y="817385"/>
                  </a:lnTo>
                  <a:lnTo>
                    <a:pt x="3076221" y="884111"/>
                  </a:lnTo>
                  <a:lnTo>
                    <a:pt x="3043496" y="967517"/>
                  </a:lnTo>
                  <a:lnTo>
                    <a:pt x="2994407" y="1050925"/>
                  </a:lnTo>
                  <a:lnTo>
                    <a:pt x="2896231" y="1251101"/>
                  </a:lnTo>
                  <a:lnTo>
                    <a:pt x="2863505" y="1351188"/>
                  </a:lnTo>
                  <a:lnTo>
                    <a:pt x="2814416" y="1451277"/>
                  </a:lnTo>
                  <a:lnTo>
                    <a:pt x="2781691" y="1551364"/>
                  </a:lnTo>
                  <a:lnTo>
                    <a:pt x="2699877" y="1768222"/>
                  </a:lnTo>
                  <a:lnTo>
                    <a:pt x="2650788" y="1868309"/>
                  </a:lnTo>
                  <a:lnTo>
                    <a:pt x="2618061" y="1968398"/>
                  </a:lnTo>
                  <a:lnTo>
                    <a:pt x="2519884" y="2168574"/>
                  </a:lnTo>
                  <a:lnTo>
                    <a:pt x="2470796" y="2251981"/>
                  </a:lnTo>
                  <a:lnTo>
                    <a:pt x="2438069" y="2335389"/>
                  </a:lnTo>
                  <a:lnTo>
                    <a:pt x="2241716" y="2635652"/>
                  </a:lnTo>
                  <a:lnTo>
                    <a:pt x="2208989" y="2702377"/>
                  </a:lnTo>
                  <a:lnTo>
                    <a:pt x="1963547" y="3036004"/>
                  </a:lnTo>
                  <a:lnTo>
                    <a:pt x="1914456" y="3086049"/>
                  </a:lnTo>
                  <a:lnTo>
                    <a:pt x="1849005" y="3136094"/>
                  </a:lnTo>
                  <a:lnTo>
                    <a:pt x="1799917" y="3186135"/>
                  </a:lnTo>
                  <a:lnTo>
                    <a:pt x="1734466" y="3236180"/>
                  </a:lnTo>
                  <a:lnTo>
                    <a:pt x="1669013" y="3269543"/>
                  </a:lnTo>
                  <a:lnTo>
                    <a:pt x="1587200" y="3302908"/>
                  </a:lnTo>
                  <a:lnTo>
                    <a:pt x="1554474" y="3319588"/>
                  </a:lnTo>
                  <a:lnTo>
                    <a:pt x="1505385" y="3336269"/>
                  </a:lnTo>
                  <a:lnTo>
                    <a:pt x="1472660" y="3352949"/>
                  </a:lnTo>
                  <a:lnTo>
                    <a:pt x="1374482" y="3386312"/>
                  </a:lnTo>
                  <a:lnTo>
                    <a:pt x="1309030" y="3386312"/>
                  </a:lnTo>
                  <a:lnTo>
                    <a:pt x="1210853" y="3402994"/>
                  </a:lnTo>
                  <a:lnTo>
                    <a:pt x="981773" y="3436354"/>
                  </a:lnTo>
                  <a:lnTo>
                    <a:pt x="638152" y="3436354"/>
                  </a:lnTo>
                  <a:lnTo>
                    <a:pt x="523612" y="3453036"/>
                  </a:lnTo>
                  <a:lnTo>
                    <a:pt x="1210853" y="3453036"/>
                  </a:lnTo>
                  <a:lnTo>
                    <a:pt x="1325393" y="3419674"/>
                  </a:lnTo>
                  <a:lnTo>
                    <a:pt x="1390845" y="3419674"/>
                  </a:lnTo>
                  <a:lnTo>
                    <a:pt x="1439934" y="3402994"/>
                  </a:lnTo>
                  <a:lnTo>
                    <a:pt x="1472660" y="3386312"/>
                  </a:lnTo>
                  <a:lnTo>
                    <a:pt x="1521748" y="3369630"/>
                  </a:lnTo>
                  <a:lnTo>
                    <a:pt x="1570837" y="3369630"/>
                  </a:lnTo>
                  <a:lnTo>
                    <a:pt x="1603562" y="3352949"/>
                  </a:lnTo>
                  <a:lnTo>
                    <a:pt x="1685377" y="3302908"/>
                  </a:lnTo>
                  <a:lnTo>
                    <a:pt x="1750828" y="3269543"/>
                  </a:lnTo>
                  <a:lnTo>
                    <a:pt x="1947184" y="3119413"/>
                  </a:lnTo>
                  <a:lnTo>
                    <a:pt x="1996272" y="3052685"/>
                  </a:lnTo>
                  <a:lnTo>
                    <a:pt x="2045361" y="3002640"/>
                  </a:lnTo>
                  <a:lnTo>
                    <a:pt x="2192625" y="2802464"/>
                  </a:lnTo>
                  <a:lnTo>
                    <a:pt x="2192625" y="2785784"/>
                  </a:lnTo>
                  <a:lnTo>
                    <a:pt x="2290804" y="2652335"/>
                  </a:lnTo>
                  <a:lnTo>
                    <a:pt x="2372619" y="2502202"/>
                  </a:lnTo>
                  <a:lnTo>
                    <a:pt x="2470796" y="2352069"/>
                  </a:lnTo>
                  <a:lnTo>
                    <a:pt x="2519884" y="2268663"/>
                  </a:lnTo>
                  <a:lnTo>
                    <a:pt x="2552611" y="2168574"/>
                  </a:lnTo>
                  <a:lnTo>
                    <a:pt x="2601699" y="2085167"/>
                  </a:lnTo>
                  <a:lnTo>
                    <a:pt x="2650788" y="1985079"/>
                  </a:lnTo>
                  <a:lnTo>
                    <a:pt x="2683513" y="1884991"/>
                  </a:lnTo>
                  <a:lnTo>
                    <a:pt x="2732601" y="1784904"/>
                  </a:lnTo>
                  <a:lnTo>
                    <a:pt x="2814416" y="1568047"/>
                  </a:lnTo>
                  <a:lnTo>
                    <a:pt x="2847143" y="1467958"/>
                  </a:lnTo>
                  <a:lnTo>
                    <a:pt x="2896231" y="1367870"/>
                  </a:lnTo>
                  <a:lnTo>
                    <a:pt x="2945320" y="1251101"/>
                  </a:lnTo>
                  <a:lnTo>
                    <a:pt x="2978045" y="1167693"/>
                  </a:lnTo>
                  <a:lnTo>
                    <a:pt x="3027133" y="1067606"/>
                  </a:lnTo>
                  <a:lnTo>
                    <a:pt x="3125311" y="900793"/>
                  </a:lnTo>
                  <a:lnTo>
                    <a:pt x="3158037" y="834067"/>
                  </a:lnTo>
                  <a:lnTo>
                    <a:pt x="3207125" y="767341"/>
                  </a:lnTo>
                  <a:lnTo>
                    <a:pt x="3272577" y="717297"/>
                  </a:lnTo>
                  <a:lnTo>
                    <a:pt x="3321665" y="650572"/>
                  </a:lnTo>
                  <a:lnTo>
                    <a:pt x="3419845" y="550484"/>
                  </a:lnTo>
                  <a:lnTo>
                    <a:pt x="3485292" y="500440"/>
                  </a:lnTo>
                  <a:lnTo>
                    <a:pt x="3534384" y="467078"/>
                  </a:lnTo>
                  <a:lnTo>
                    <a:pt x="3599835" y="417033"/>
                  </a:lnTo>
                  <a:lnTo>
                    <a:pt x="3698013" y="350307"/>
                  </a:lnTo>
                  <a:lnTo>
                    <a:pt x="3763463" y="316945"/>
                  </a:lnTo>
                  <a:lnTo>
                    <a:pt x="3812552" y="283583"/>
                  </a:lnTo>
                  <a:lnTo>
                    <a:pt x="4041634" y="183494"/>
                  </a:lnTo>
                  <a:lnTo>
                    <a:pt x="4090723" y="150133"/>
                  </a:lnTo>
                  <a:lnTo>
                    <a:pt x="4139811" y="133450"/>
                  </a:lnTo>
                  <a:lnTo>
                    <a:pt x="4205262" y="116768"/>
                  </a:lnTo>
                  <a:lnTo>
                    <a:pt x="4254351" y="100088"/>
                  </a:lnTo>
                  <a:lnTo>
                    <a:pt x="4319802" y="100088"/>
                  </a:lnTo>
                  <a:lnTo>
                    <a:pt x="4368893" y="83407"/>
                  </a:lnTo>
                  <a:lnTo>
                    <a:pt x="4483432" y="66725"/>
                  </a:lnTo>
                  <a:close/>
                </a:path>
                <a:path w="4860290" h="3486784">
                  <a:moveTo>
                    <a:pt x="4696150" y="50044"/>
                  </a:moveTo>
                  <a:lnTo>
                    <a:pt x="4303438" y="50044"/>
                  </a:lnTo>
                  <a:lnTo>
                    <a:pt x="4303438" y="66725"/>
                  </a:lnTo>
                  <a:lnTo>
                    <a:pt x="4647060" y="66725"/>
                  </a:lnTo>
                  <a:lnTo>
                    <a:pt x="4696150" y="50044"/>
                  </a:lnTo>
                  <a:close/>
                </a:path>
                <a:path w="4860290" h="3486784">
                  <a:moveTo>
                    <a:pt x="4843415" y="0"/>
                  </a:moveTo>
                  <a:lnTo>
                    <a:pt x="4810688" y="16681"/>
                  </a:lnTo>
                  <a:lnTo>
                    <a:pt x="4647060" y="16681"/>
                  </a:lnTo>
                  <a:lnTo>
                    <a:pt x="4581610" y="33362"/>
                  </a:lnTo>
                  <a:lnTo>
                    <a:pt x="4483432" y="33362"/>
                  </a:lnTo>
                  <a:lnTo>
                    <a:pt x="4368893" y="50044"/>
                  </a:lnTo>
                  <a:lnTo>
                    <a:pt x="4810688" y="50044"/>
                  </a:lnTo>
                  <a:lnTo>
                    <a:pt x="4859778" y="33362"/>
                  </a:lnTo>
                  <a:lnTo>
                    <a:pt x="48434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7" name="object 5"/>
            <p:cNvSpPr/>
            <p:nvPr/>
          </p:nvSpPr>
          <p:spPr>
            <a:xfrm>
              <a:off x="4963125" y="2799559"/>
              <a:ext cx="2274570" cy="3470275"/>
            </a:xfrm>
            <a:custGeom>
              <a:avLst/>
              <a:gdLst/>
              <a:ahLst/>
              <a:cxnLst/>
              <a:rect l="l" t="t" r="r" b="b"/>
              <a:pathLst>
                <a:path w="2274570" h="3470275">
                  <a:moveTo>
                    <a:pt x="147265" y="3426670"/>
                  </a:moveTo>
                  <a:lnTo>
                    <a:pt x="20289" y="3435021"/>
                  </a:lnTo>
                  <a:lnTo>
                    <a:pt x="16362" y="3436355"/>
                  </a:lnTo>
                  <a:lnTo>
                    <a:pt x="0" y="3436355"/>
                  </a:lnTo>
                  <a:lnTo>
                    <a:pt x="0" y="3469718"/>
                  </a:lnTo>
                  <a:lnTo>
                    <a:pt x="147265" y="3469718"/>
                  </a:lnTo>
                  <a:lnTo>
                    <a:pt x="147265" y="3426670"/>
                  </a:lnTo>
                  <a:close/>
                </a:path>
                <a:path w="2274570" h="3470275">
                  <a:moveTo>
                    <a:pt x="392709" y="3419675"/>
                  </a:moveTo>
                  <a:lnTo>
                    <a:pt x="310894" y="3419675"/>
                  </a:lnTo>
                  <a:lnTo>
                    <a:pt x="245442" y="3436355"/>
                  </a:lnTo>
                  <a:lnTo>
                    <a:pt x="245442" y="3469718"/>
                  </a:lnTo>
                  <a:lnTo>
                    <a:pt x="359984" y="3469718"/>
                  </a:lnTo>
                  <a:lnTo>
                    <a:pt x="409072" y="3453037"/>
                  </a:lnTo>
                  <a:lnTo>
                    <a:pt x="392709" y="3419675"/>
                  </a:lnTo>
                  <a:close/>
                </a:path>
                <a:path w="2274570" h="3470275">
                  <a:moveTo>
                    <a:pt x="638152" y="3369631"/>
                  </a:moveTo>
                  <a:lnTo>
                    <a:pt x="589064" y="3386314"/>
                  </a:lnTo>
                  <a:lnTo>
                    <a:pt x="523612" y="3402994"/>
                  </a:lnTo>
                  <a:lnTo>
                    <a:pt x="507249" y="3402994"/>
                  </a:lnTo>
                  <a:lnTo>
                    <a:pt x="507249" y="3453037"/>
                  </a:lnTo>
                  <a:lnTo>
                    <a:pt x="539974" y="3436355"/>
                  </a:lnTo>
                  <a:lnTo>
                    <a:pt x="605426" y="3419675"/>
                  </a:lnTo>
                  <a:lnTo>
                    <a:pt x="654516" y="3402994"/>
                  </a:lnTo>
                  <a:lnTo>
                    <a:pt x="638152" y="3369631"/>
                  </a:lnTo>
                  <a:close/>
                </a:path>
                <a:path w="2274570" h="3470275">
                  <a:moveTo>
                    <a:pt x="147265" y="3419675"/>
                  </a:moveTo>
                  <a:lnTo>
                    <a:pt x="105184" y="3419675"/>
                  </a:lnTo>
                  <a:lnTo>
                    <a:pt x="30681" y="3431490"/>
                  </a:lnTo>
                  <a:lnTo>
                    <a:pt x="20289" y="3435021"/>
                  </a:lnTo>
                  <a:lnTo>
                    <a:pt x="147265" y="3426670"/>
                  </a:lnTo>
                  <a:lnTo>
                    <a:pt x="147265" y="3419675"/>
                  </a:lnTo>
                  <a:close/>
                </a:path>
                <a:path w="2274570" h="3470275">
                  <a:moveTo>
                    <a:pt x="105184" y="3419675"/>
                  </a:moveTo>
                  <a:lnTo>
                    <a:pt x="65451" y="3419675"/>
                  </a:lnTo>
                  <a:lnTo>
                    <a:pt x="30681" y="3431490"/>
                  </a:lnTo>
                  <a:lnTo>
                    <a:pt x="105184" y="3419675"/>
                  </a:lnTo>
                  <a:close/>
                </a:path>
                <a:path w="2274570" h="3470275">
                  <a:moveTo>
                    <a:pt x="834506" y="3219499"/>
                  </a:moveTo>
                  <a:lnTo>
                    <a:pt x="801781" y="3252862"/>
                  </a:lnTo>
                  <a:lnTo>
                    <a:pt x="769056" y="3302906"/>
                  </a:lnTo>
                  <a:lnTo>
                    <a:pt x="736329" y="3319588"/>
                  </a:lnTo>
                  <a:lnTo>
                    <a:pt x="769056" y="3352951"/>
                  </a:lnTo>
                  <a:lnTo>
                    <a:pt x="834506" y="3286224"/>
                  </a:lnTo>
                  <a:lnTo>
                    <a:pt x="867233" y="3236180"/>
                  </a:lnTo>
                  <a:lnTo>
                    <a:pt x="834506" y="3219499"/>
                  </a:lnTo>
                  <a:close/>
                </a:path>
                <a:path w="2274570" h="3470275">
                  <a:moveTo>
                    <a:pt x="998136" y="3002641"/>
                  </a:moveTo>
                  <a:lnTo>
                    <a:pt x="965410" y="3002641"/>
                  </a:lnTo>
                  <a:lnTo>
                    <a:pt x="949048" y="3019323"/>
                  </a:lnTo>
                  <a:lnTo>
                    <a:pt x="916321" y="3069367"/>
                  </a:lnTo>
                  <a:lnTo>
                    <a:pt x="899958" y="3136094"/>
                  </a:lnTo>
                  <a:lnTo>
                    <a:pt x="932684" y="3152775"/>
                  </a:lnTo>
                  <a:lnTo>
                    <a:pt x="932684" y="3136094"/>
                  </a:lnTo>
                  <a:lnTo>
                    <a:pt x="965410" y="3086049"/>
                  </a:lnTo>
                  <a:lnTo>
                    <a:pt x="981773" y="3036003"/>
                  </a:lnTo>
                  <a:lnTo>
                    <a:pt x="998136" y="3002641"/>
                  </a:lnTo>
                  <a:close/>
                </a:path>
                <a:path w="2274570" h="3470275">
                  <a:moveTo>
                    <a:pt x="1047224" y="2752422"/>
                  </a:moveTo>
                  <a:lnTo>
                    <a:pt x="1014500" y="2835829"/>
                  </a:lnTo>
                  <a:lnTo>
                    <a:pt x="998136" y="2885871"/>
                  </a:lnTo>
                  <a:lnTo>
                    <a:pt x="1030862" y="2902554"/>
                  </a:lnTo>
                  <a:lnTo>
                    <a:pt x="1063588" y="2835829"/>
                  </a:lnTo>
                  <a:lnTo>
                    <a:pt x="1079950" y="2769104"/>
                  </a:lnTo>
                  <a:lnTo>
                    <a:pt x="1047224" y="2752422"/>
                  </a:lnTo>
                  <a:close/>
                </a:path>
                <a:path w="2274570" h="3470275">
                  <a:moveTo>
                    <a:pt x="1129038" y="2502202"/>
                  </a:moveTo>
                  <a:lnTo>
                    <a:pt x="1096313" y="2618969"/>
                  </a:lnTo>
                  <a:lnTo>
                    <a:pt x="1079950" y="2635653"/>
                  </a:lnTo>
                  <a:lnTo>
                    <a:pt x="1112676" y="2652334"/>
                  </a:lnTo>
                  <a:lnTo>
                    <a:pt x="1129038" y="2635653"/>
                  </a:lnTo>
                  <a:lnTo>
                    <a:pt x="1161765" y="2518883"/>
                  </a:lnTo>
                  <a:lnTo>
                    <a:pt x="1129038" y="2502202"/>
                  </a:lnTo>
                  <a:close/>
                </a:path>
                <a:path w="2274570" h="3470275">
                  <a:moveTo>
                    <a:pt x="1194490" y="2251981"/>
                  </a:moveTo>
                  <a:lnTo>
                    <a:pt x="1178126" y="2318707"/>
                  </a:lnTo>
                  <a:lnTo>
                    <a:pt x="1161765" y="2402113"/>
                  </a:lnTo>
                  <a:lnTo>
                    <a:pt x="1194490" y="2402113"/>
                  </a:lnTo>
                  <a:lnTo>
                    <a:pt x="1227217" y="2268663"/>
                  </a:lnTo>
                  <a:lnTo>
                    <a:pt x="1194490" y="2251981"/>
                  </a:lnTo>
                  <a:close/>
                </a:path>
                <a:path w="2274570" h="3470275">
                  <a:moveTo>
                    <a:pt x="1292668" y="2001761"/>
                  </a:moveTo>
                  <a:lnTo>
                    <a:pt x="1259942" y="2001761"/>
                  </a:lnTo>
                  <a:lnTo>
                    <a:pt x="1243578" y="2051805"/>
                  </a:lnTo>
                  <a:lnTo>
                    <a:pt x="1227217" y="2135212"/>
                  </a:lnTo>
                  <a:lnTo>
                    <a:pt x="1259942" y="2151894"/>
                  </a:lnTo>
                  <a:lnTo>
                    <a:pt x="1276305" y="2068487"/>
                  </a:lnTo>
                  <a:lnTo>
                    <a:pt x="1292668" y="2001761"/>
                  </a:lnTo>
                  <a:close/>
                </a:path>
                <a:path w="2274570" h="3470275">
                  <a:moveTo>
                    <a:pt x="1309030" y="1734859"/>
                  </a:moveTo>
                  <a:lnTo>
                    <a:pt x="1309030" y="1751542"/>
                  </a:lnTo>
                  <a:lnTo>
                    <a:pt x="1292668" y="1851629"/>
                  </a:lnTo>
                  <a:lnTo>
                    <a:pt x="1276305" y="1884992"/>
                  </a:lnTo>
                  <a:lnTo>
                    <a:pt x="1325393" y="1901673"/>
                  </a:lnTo>
                  <a:lnTo>
                    <a:pt x="1325393" y="1868309"/>
                  </a:lnTo>
                  <a:lnTo>
                    <a:pt x="1341757" y="1768223"/>
                  </a:lnTo>
                  <a:lnTo>
                    <a:pt x="1341757" y="1751542"/>
                  </a:lnTo>
                  <a:lnTo>
                    <a:pt x="1309030" y="1734859"/>
                  </a:lnTo>
                  <a:close/>
                </a:path>
                <a:path w="2274570" h="3470275">
                  <a:moveTo>
                    <a:pt x="1390845" y="1484640"/>
                  </a:moveTo>
                  <a:lnTo>
                    <a:pt x="1358120" y="1484640"/>
                  </a:lnTo>
                  <a:lnTo>
                    <a:pt x="1358120" y="1534683"/>
                  </a:lnTo>
                  <a:lnTo>
                    <a:pt x="1341757" y="1634771"/>
                  </a:lnTo>
                  <a:lnTo>
                    <a:pt x="1374482" y="1634771"/>
                  </a:lnTo>
                  <a:lnTo>
                    <a:pt x="1390845" y="1551364"/>
                  </a:lnTo>
                  <a:lnTo>
                    <a:pt x="1390845" y="1484640"/>
                  </a:lnTo>
                  <a:close/>
                </a:path>
                <a:path w="2274570" h="3470275">
                  <a:moveTo>
                    <a:pt x="1439934" y="1234419"/>
                  </a:moveTo>
                  <a:lnTo>
                    <a:pt x="1407208" y="1234419"/>
                  </a:lnTo>
                  <a:lnTo>
                    <a:pt x="1390845" y="1334508"/>
                  </a:lnTo>
                  <a:lnTo>
                    <a:pt x="1390845" y="1367870"/>
                  </a:lnTo>
                  <a:lnTo>
                    <a:pt x="1423570" y="1384552"/>
                  </a:lnTo>
                  <a:lnTo>
                    <a:pt x="1423570" y="1351188"/>
                  </a:lnTo>
                  <a:lnTo>
                    <a:pt x="1439934" y="1234419"/>
                  </a:lnTo>
                  <a:close/>
                </a:path>
                <a:path w="2274570" h="3470275">
                  <a:moveTo>
                    <a:pt x="1472660" y="967517"/>
                  </a:moveTo>
                  <a:lnTo>
                    <a:pt x="1456297" y="1034243"/>
                  </a:lnTo>
                  <a:lnTo>
                    <a:pt x="1439934" y="1117650"/>
                  </a:lnTo>
                  <a:lnTo>
                    <a:pt x="1449398" y="1117650"/>
                  </a:lnTo>
                  <a:lnTo>
                    <a:pt x="1487677" y="1056413"/>
                  </a:lnTo>
                  <a:lnTo>
                    <a:pt x="1505385" y="984199"/>
                  </a:lnTo>
                  <a:lnTo>
                    <a:pt x="1472660" y="967517"/>
                  </a:lnTo>
                  <a:close/>
                </a:path>
                <a:path w="2274570" h="3470275">
                  <a:moveTo>
                    <a:pt x="1487677" y="1056413"/>
                  </a:moveTo>
                  <a:lnTo>
                    <a:pt x="1449398" y="1117650"/>
                  </a:lnTo>
                  <a:lnTo>
                    <a:pt x="1472660" y="1117650"/>
                  </a:lnTo>
                  <a:lnTo>
                    <a:pt x="1487677" y="1056413"/>
                  </a:lnTo>
                  <a:close/>
                </a:path>
                <a:path w="2274570" h="3470275">
                  <a:moveTo>
                    <a:pt x="1579244" y="729924"/>
                  </a:moveTo>
                  <a:lnTo>
                    <a:pt x="1505385" y="856500"/>
                  </a:lnTo>
                  <a:lnTo>
                    <a:pt x="1505385" y="867430"/>
                  </a:lnTo>
                  <a:lnTo>
                    <a:pt x="1538110" y="867430"/>
                  </a:lnTo>
                  <a:lnTo>
                    <a:pt x="1554474" y="850748"/>
                  </a:lnTo>
                  <a:lnTo>
                    <a:pt x="1554474" y="817385"/>
                  </a:lnTo>
                  <a:lnTo>
                    <a:pt x="1587200" y="750660"/>
                  </a:lnTo>
                  <a:lnTo>
                    <a:pt x="1587200" y="733979"/>
                  </a:lnTo>
                  <a:lnTo>
                    <a:pt x="1579244" y="729924"/>
                  </a:lnTo>
                  <a:close/>
                </a:path>
                <a:path w="2274570" h="3470275">
                  <a:moveTo>
                    <a:pt x="1554474" y="717298"/>
                  </a:moveTo>
                  <a:lnTo>
                    <a:pt x="1554474" y="733979"/>
                  </a:lnTo>
                  <a:lnTo>
                    <a:pt x="1505385" y="834067"/>
                  </a:lnTo>
                  <a:lnTo>
                    <a:pt x="1505385" y="856500"/>
                  </a:lnTo>
                  <a:lnTo>
                    <a:pt x="1579244" y="729924"/>
                  </a:lnTo>
                  <a:lnTo>
                    <a:pt x="1554474" y="717298"/>
                  </a:lnTo>
                  <a:close/>
                </a:path>
                <a:path w="2274570" h="3470275">
                  <a:moveTo>
                    <a:pt x="1674788" y="566185"/>
                  </a:moveTo>
                  <a:lnTo>
                    <a:pt x="1635512" y="633495"/>
                  </a:lnTo>
                  <a:lnTo>
                    <a:pt x="1636288" y="633891"/>
                  </a:lnTo>
                  <a:lnTo>
                    <a:pt x="1669013" y="583846"/>
                  </a:lnTo>
                  <a:lnTo>
                    <a:pt x="1674788" y="566185"/>
                  </a:lnTo>
                  <a:close/>
                </a:path>
                <a:path w="2274570" h="3470275">
                  <a:moveTo>
                    <a:pt x="1675670" y="487152"/>
                  </a:moveTo>
                  <a:lnTo>
                    <a:pt x="1605986" y="609798"/>
                  </a:lnTo>
                  <a:lnTo>
                    <a:pt x="1603562" y="617209"/>
                  </a:lnTo>
                  <a:lnTo>
                    <a:pt x="1635512" y="633495"/>
                  </a:lnTo>
                  <a:lnTo>
                    <a:pt x="1674788" y="566185"/>
                  </a:lnTo>
                  <a:lnTo>
                    <a:pt x="1685377" y="533803"/>
                  </a:lnTo>
                  <a:lnTo>
                    <a:pt x="1701740" y="500440"/>
                  </a:lnTo>
                  <a:lnTo>
                    <a:pt x="1675670" y="487152"/>
                  </a:lnTo>
                  <a:close/>
                </a:path>
                <a:path w="2274570" h="3470275">
                  <a:moveTo>
                    <a:pt x="1669013" y="483759"/>
                  </a:moveTo>
                  <a:lnTo>
                    <a:pt x="1652651" y="517122"/>
                  </a:lnTo>
                  <a:lnTo>
                    <a:pt x="1619925" y="567165"/>
                  </a:lnTo>
                  <a:lnTo>
                    <a:pt x="1605986" y="609798"/>
                  </a:lnTo>
                  <a:lnTo>
                    <a:pt x="1675670" y="487152"/>
                  </a:lnTo>
                  <a:lnTo>
                    <a:pt x="1669013" y="483759"/>
                  </a:lnTo>
                  <a:close/>
                </a:path>
                <a:path w="2274570" h="3470275">
                  <a:moveTo>
                    <a:pt x="1767192" y="407829"/>
                  </a:moveTo>
                  <a:lnTo>
                    <a:pt x="1763824" y="413600"/>
                  </a:lnTo>
                  <a:lnTo>
                    <a:pt x="1767192" y="417033"/>
                  </a:lnTo>
                  <a:lnTo>
                    <a:pt x="1767192" y="407829"/>
                  </a:lnTo>
                  <a:close/>
                </a:path>
                <a:path w="2274570" h="3470275">
                  <a:moveTo>
                    <a:pt x="1832644" y="266901"/>
                  </a:moveTo>
                  <a:lnTo>
                    <a:pt x="1816280" y="266901"/>
                  </a:lnTo>
                  <a:lnTo>
                    <a:pt x="1799917" y="300264"/>
                  </a:lnTo>
                  <a:lnTo>
                    <a:pt x="1767192" y="333627"/>
                  </a:lnTo>
                  <a:lnTo>
                    <a:pt x="1734466" y="383670"/>
                  </a:lnTo>
                  <a:lnTo>
                    <a:pt x="1763824" y="413600"/>
                  </a:lnTo>
                  <a:lnTo>
                    <a:pt x="1767192" y="407829"/>
                  </a:lnTo>
                  <a:lnTo>
                    <a:pt x="1767192" y="400352"/>
                  </a:lnTo>
                  <a:lnTo>
                    <a:pt x="1777961" y="389372"/>
                  </a:lnTo>
                  <a:lnTo>
                    <a:pt x="1840307" y="282527"/>
                  </a:lnTo>
                  <a:lnTo>
                    <a:pt x="1832644" y="266901"/>
                  </a:lnTo>
                  <a:close/>
                </a:path>
                <a:path w="2274570" h="3470275">
                  <a:moveTo>
                    <a:pt x="1840307" y="282527"/>
                  </a:moveTo>
                  <a:lnTo>
                    <a:pt x="1777961" y="389372"/>
                  </a:lnTo>
                  <a:lnTo>
                    <a:pt x="1799917" y="366989"/>
                  </a:lnTo>
                  <a:lnTo>
                    <a:pt x="1816280" y="333627"/>
                  </a:lnTo>
                  <a:lnTo>
                    <a:pt x="1849006" y="300264"/>
                  </a:lnTo>
                  <a:lnTo>
                    <a:pt x="1840307" y="282527"/>
                  </a:lnTo>
                  <a:close/>
                </a:path>
                <a:path w="2274570" h="3470275">
                  <a:moveTo>
                    <a:pt x="2012635" y="83407"/>
                  </a:moveTo>
                  <a:lnTo>
                    <a:pt x="1914456" y="183494"/>
                  </a:lnTo>
                  <a:lnTo>
                    <a:pt x="1898095" y="183494"/>
                  </a:lnTo>
                  <a:lnTo>
                    <a:pt x="1930820" y="216857"/>
                  </a:lnTo>
                  <a:lnTo>
                    <a:pt x="2012635" y="133451"/>
                  </a:lnTo>
                  <a:lnTo>
                    <a:pt x="2045361" y="116768"/>
                  </a:lnTo>
                  <a:lnTo>
                    <a:pt x="2012635" y="83407"/>
                  </a:lnTo>
                  <a:close/>
                </a:path>
                <a:path w="2274570" h="3470275">
                  <a:moveTo>
                    <a:pt x="2274441" y="0"/>
                  </a:moveTo>
                  <a:lnTo>
                    <a:pt x="2258077" y="16681"/>
                  </a:lnTo>
                  <a:lnTo>
                    <a:pt x="2192625" y="16681"/>
                  </a:lnTo>
                  <a:lnTo>
                    <a:pt x="2127175" y="33362"/>
                  </a:lnTo>
                  <a:lnTo>
                    <a:pt x="2127175" y="66725"/>
                  </a:lnTo>
                  <a:lnTo>
                    <a:pt x="2143537" y="66725"/>
                  </a:lnTo>
                  <a:lnTo>
                    <a:pt x="2208989" y="50044"/>
                  </a:lnTo>
                  <a:lnTo>
                    <a:pt x="2274441" y="50044"/>
                  </a:lnTo>
                  <a:lnTo>
                    <a:pt x="22744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8" name="object 6"/>
            <p:cNvSpPr/>
            <p:nvPr/>
          </p:nvSpPr>
          <p:spPr>
            <a:xfrm>
              <a:off x="3834087" y="6269280"/>
              <a:ext cx="4352925" cy="0"/>
            </a:xfrm>
            <a:custGeom>
              <a:avLst/>
              <a:gdLst/>
              <a:ahLst/>
              <a:cxnLst/>
              <a:rect l="l" t="t" r="r" b="b"/>
              <a:pathLst>
                <a:path w="4352925">
                  <a:moveTo>
                    <a:pt x="0" y="0"/>
                  </a:moveTo>
                  <a:lnTo>
                    <a:pt x="4352526" y="0"/>
                  </a:lnTo>
                </a:path>
              </a:pathLst>
            </a:custGeom>
            <a:ln w="34632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9" name="object 7"/>
            <p:cNvSpPr/>
            <p:nvPr/>
          </p:nvSpPr>
          <p:spPr>
            <a:xfrm>
              <a:off x="3654095" y="6169193"/>
              <a:ext cx="196850" cy="200660"/>
            </a:xfrm>
            <a:custGeom>
              <a:avLst/>
              <a:gdLst/>
              <a:ahLst/>
              <a:cxnLst/>
              <a:rect l="l" t="t" r="r" b="b"/>
              <a:pathLst>
                <a:path w="196850" h="200659">
                  <a:moveTo>
                    <a:pt x="196354" y="0"/>
                  </a:moveTo>
                  <a:lnTo>
                    <a:pt x="0" y="100087"/>
                  </a:lnTo>
                  <a:lnTo>
                    <a:pt x="196354" y="200176"/>
                  </a:lnTo>
                  <a:lnTo>
                    <a:pt x="1963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0" name="object 8"/>
            <p:cNvSpPr/>
            <p:nvPr/>
          </p:nvSpPr>
          <p:spPr>
            <a:xfrm>
              <a:off x="8170249" y="6169193"/>
              <a:ext cx="196850" cy="200660"/>
            </a:xfrm>
            <a:custGeom>
              <a:avLst/>
              <a:gdLst/>
              <a:ahLst/>
              <a:cxnLst/>
              <a:rect l="l" t="t" r="r" b="b"/>
              <a:pathLst>
                <a:path w="196850" h="200659">
                  <a:moveTo>
                    <a:pt x="0" y="0"/>
                  </a:moveTo>
                  <a:lnTo>
                    <a:pt x="0" y="200176"/>
                  </a:lnTo>
                  <a:lnTo>
                    <a:pt x="196354" y="1000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1" name="object 9"/>
            <p:cNvSpPr/>
            <p:nvPr/>
          </p:nvSpPr>
          <p:spPr>
            <a:xfrm>
              <a:off x="4496783" y="2365844"/>
              <a:ext cx="0" cy="3886835"/>
            </a:xfrm>
            <a:custGeom>
              <a:avLst/>
              <a:gdLst/>
              <a:ahLst/>
              <a:cxnLst/>
              <a:rect l="l" t="t" r="r" b="b"/>
              <a:pathLst>
                <a:path h="3886834">
                  <a:moveTo>
                    <a:pt x="0" y="0"/>
                  </a:moveTo>
                  <a:lnTo>
                    <a:pt x="0" y="3886752"/>
                  </a:lnTo>
                </a:path>
              </a:pathLst>
            </a:custGeom>
            <a:ln w="50359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2" name="object 10"/>
            <p:cNvSpPr/>
            <p:nvPr/>
          </p:nvSpPr>
          <p:spPr>
            <a:xfrm>
              <a:off x="4406788" y="2165668"/>
              <a:ext cx="180340" cy="200660"/>
            </a:xfrm>
            <a:custGeom>
              <a:avLst/>
              <a:gdLst/>
              <a:ahLst/>
              <a:cxnLst/>
              <a:rect l="l" t="t" r="r" b="b"/>
              <a:pathLst>
                <a:path w="180339" h="200660">
                  <a:moveTo>
                    <a:pt x="98177" y="0"/>
                  </a:moveTo>
                  <a:lnTo>
                    <a:pt x="0" y="200176"/>
                  </a:lnTo>
                  <a:lnTo>
                    <a:pt x="179990" y="200176"/>
                  </a:lnTo>
                  <a:lnTo>
                    <a:pt x="981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8388732" y="6090781"/>
              <a:ext cx="229235" cy="3759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spc="-20" dirty="0">
                  <a:latin typeface="Arial"/>
                  <a:cs typeface="Arial"/>
                </a:rPr>
                <a:t>X</a:t>
              </a:r>
              <a:endParaRPr sz="2400" dirty="0">
                <a:latin typeface="Arial"/>
                <a:cs typeface="Arial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930554" y="1950345"/>
              <a:ext cx="20093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Larger “b” </a:t>
              </a:r>
            </a:p>
          </p:txBody>
        </p:sp>
        <p:cxnSp>
          <p:nvCxnSpPr>
            <p:cNvPr id="15" name="Straight Arrow Connector 14"/>
            <p:cNvCxnSpPr>
              <a:stCxn id="14" idx="2"/>
            </p:cNvCxnSpPr>
            <p:nvPr/>
          </p:nvCxnSpPr>
          <p:spPr>
            <a:xfrm>
              <a:off x="5935207" y="2412010"/>
              <a:ext cx="655320" cy="80964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H="1" flipV="1">
              <a:off x="7237695" y="3377535"/>
              <a:ext cx="753574" cy="9062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ontent Placeholder 15"/>
          <p:cNvSpPr txBox="1">
            <a:spLocks/>
          </p:cNvSpPr>
          <p:nvPr/>
        </p:nvSpPr>
        <p:spPr>
          <a:xfrm>
            <a:off x="6586315" y="4103886"/>
            <a:ext cx="2141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66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§"/>
              <a:defRPr sz="2000">
                <a:solidFill>
                  <a:srgbClr val="000066"/>
                </a:solidFill>
                <a:latin typeface="Cambria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2BFC5"/>
              </a:buClr>
              <a:buChar char="•"/>
              <a:defRPr>
                <a:solidFill>
                  <a:srgbClr val="000066"/>
                </a:solidFill>
                <a:latin typeface="Cambria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Font typeface="Wingdings" pitchFamily="2" charset="2"/>
              <a:buChar char="§"/>
              <a:defRPr sz="1600">
                <a:solidFill>
                  <a:srgbClr val="000066"/>
                </a:solidFill>
                <a:latin typeface="Cambria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B050"/>
              </a:buClr>
              <a:buSzPct val="85000"/>
              <a:buFont typeface="Arial" charset="0"/>
              <a:buChar char="•"/>
              <a:defRPr sz="1600">
                <a:solidFill>
                  <a:srgbClr val="000066"/>
                </a:solidFill>
                <a:latin typeface="Cambria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Smaller “b” 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3" y="2184786"/>
            <a:ext cx="267652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624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85900" y="574675"/>
            <a:ext cx="7010400" cy="914400"/>
          </a:xfrm>
        </p:spPr>
        <p:txBody>
          <a:bodyPr/>
          <a:lstStyle/>
          <a:p>
            <a:r>
              <a:rPr lang="en-US" dirty="0"/>
              <a:t>Elasticity of X on 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Effect of  X on Y</a:t>
            </a:r>
          </a:p>
          <a:p>
            <a:pPr marL="114300" indent="0" algn="ctr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Elasticity of X on Y</a:t>
            </a:r>
          </a:p>
          <a:p>
            <a:pPr marL="114300" indent="0">
              <a:buNone/>
            </a:pPr>
            <a:r>
              <a:rPr lang="en-US" dirty="0"/>
              <a:t>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76B-3530-4A38-9039-A1F14DBE6A13}" type="slidenum">
              <a:rPr lang="en-US" altLang="en-US" smtClean="0"/>
              <a:pPr/>
              <a:t>17</a:t>
            </a:fld>
            <a:endParaRPr lang="en-US" alt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499005"/>
              </p:ext>
            </p:extLst>
          </p:nvPr>
        </p:nvGraphicFramePr>
        <p:xfrm>
          <a:off x="1200150" y="2595563"/>
          <a:ext cx="4824412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76440" imgH="393480" progId="Equation.DSMT4">
                  <p:embed/>
                </p:oleObj>
              </mc:Choice>
              <mc:Fallback>
                <p:oleObj name="Equation" r:id="rId3" imgW="2476440" imgH="39348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00150" y="2595563"/>
                        <a:ext cx="4824412" cy="76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5156517"/>
              </p:ext>
            </p:extLst>
          </p:nvPr>
        </p:nvGraphicFramePr>
        <p:xfrm>
          <a:off x="1193444" y="4419600"/>
          <a:ext cx="5024437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77960" imgH="419040" progId="Equation.DSMT4">
                  <p:embed/>
                </p:oleObj>
              </mc:Choice>
              <mc:Fallback>
                <p:oleObj name="Equation" r:id="rId5" imgW="2577960" imgH="41904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3444" y="4419600"/>
                        <a:ext cx="5024437" cy="817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2C90729-B0CF-4F86-9D21-F9E36FAABD90}"/>
                  </a:ext>
                </a:extLst>
              </p14:cNvPr>
              <p14:cNvContentPartPr/>
              <p14:nvPr/>
            </p14:nvContentPartPr>
            <p14:xfrm>
              <a:off x="975600" y="678960"/>
              <a:ext cx="7365960" cy="5773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2C90729-B0CF-4F86-9D21-F9E36FAABD9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6240" y="669600"/>
                <a:ext cx="7384680" cy="579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7690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Odds Ratio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C952D-5DBA-4470-9E38-D0DBB3402013}" type="slidenum">
              <a:rPr lang="en-US" altLang="en-US" smtClean="0"/>
              <a:pPr/>
              <a:t>18</a:t>
            </a:fld>
            <a:endParaRPr lang="en-US" alt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080007"/>
              </p:ext>
            </p:extLst>
          </p:nvPr>
        </p:nvGraphicFramePr>
        <p:xfrm>
          <a:off x="381000" y="1981200"/>
          <a:ext cx="8329614" cy="302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0520" imgH="1282680" progId="Equation.DSMT4">
                  <p:embed/>
                </p:oleObj>
              </mc:Choice>
              <mc:Fallback>
                <p:oleObj name="Equation" r:id="rId3" imgW="3530520" imgH="128268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981200"/>
                        <a:ext cx="8329614" cy="3026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81000" y="5334001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00000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accent6"/>
                </a:solidFill>
                <a:latin typeface="Cambria" panose="02040503050406030204" pitchFamily="18" charset="0"/>
              </a:rPr>
              <a:t>Exp</a:t>
            </a:r>
            <a:r>
              <a:rPr lang="en-US" sz="2800" dirty="0">
                <a:solidFill>
                  <a:schemeClr val="accent6"/>
                </a:solidFill>
                <a:latin typeface="Cambria" pitchFamily="18" charset="0"/>
              </a:rPr>
              <a:t>(b) </a:t>
            </a:r>
            <a:r>
              <a:rPr lang="en-US" sz="2800" dirty="0">
                <a:latin typeface="Cambria" panose="02040503050406030204" pitchFamily="18" charset="0"/>
              </a:rPr>
              <a:t>is the impact of a unit change of X on P/(1-P)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FD7EA62-9FF9-46E6-A637-D60B3C131EA5}"/>
                  </a:ext>
                </a:extLst>
              </p14:cNvPr>
              <p14:cNvContentPartPr/>
              <p14:nvPr/>
            </p14:nvContentPartPr>
            <p14:xfrm>
              <a:off x="1323720" y="1237320"/>
              <a:ext cx="4966200" cy="3780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FD7EA62-9FF9-46E6-A637-D60B3C131E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14360" y="1227960"/>
                <a:ext cx="4984920" cy="379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0824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Ex: Admit = </a:t>
            </a:r>
            <a:r>
              <a:rPr lang="en-US" i="1" dirty="0"/>
              <a:t>f</a:t>
            </a:r>
            <a:r>
              <a:rPr lang="en-US" dirty="0"/>
              <a:t>(GRE)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Coefficient           Estimate        Std. Error        z value              </a:t>
            </a:r>
            <a:r>
              <a:rPr lang="en-US" sz="1400" dirty="0" err="1"/>
              <a:t>Pr</a:t>
            </a:r>
            <a:r>
              <a:rPr lang="en-US" sz="1400" dirty="0"/>
              <a:t>(&gt;|z|) </a:t>
            </a:r>
          </a:p>
          <a:p>
            <a:r>
              <a:rPr lang="en-US" sz="1400" dirty="0"/>
              <a:t>Intercept           -2.901344      0.606038           -4.787            1.69e-06 *** </a:t>
            </a:r>
          </a:p>
          <a:p>
            <a:r>
              <a:rPr lang="en-US" sz="1400" dirty="0"/>
              <a:t>GRE                       0.003582     0.000986             3.633            0.00028 *** </a:t>
            </a:r>
          </a:p>
          <a:p>
            <a:r>
              <a:rPr lang="en-US" sz="1400" dirty="0"/>
              <a:t> </a:t>
            </a:r>
            <a:r>
              <a:rPr lang="en-US" sz="1400" dirty="0" err="1"/>
              <a:t>Signif</a:t>
            </a:r>
            <a:r>
              <a:rPr lang="en-US" sz="1400" dirty="0"/>
              <a:t>. codes: 0 ‘***’ 0.001 ‘**’ 0.01 ‘*’ 0.05 ‘.’ </a:t>
            </a:r>
          </a:p>
          <a:p>
            <a:endParaRPr lang="en-US" sz="1400" dirty="0"/>
          </a:p>
          <a:p>
            <a:r>
              <a:rPr lang="en-US" sz="1400" dirty="0"/>
              <a:t>Chi-squared test: X2 = 20.9, </a:t>
            </a:r>
            <a:r>
              <a:rPr lang="en-US" sz="1400" dirty="0" err="1"/>
              <a:t>df</a:t>
            </a:r>
            <a:r>
              <a:rPr lang="en-US" sz="1400" dirty="0"/>
              <a:t> = 3,     P(&gt; X2) = 0.00011 </a:t>
            </a:r>
          </a:p>
          <a:p>
            <a:r>
              <a:rPr lang="en-US" sz="1400" dirty="0" err="1">
                <a:hlinkClick r:id="rId3" action="ppaction://hlinkfile"/>
              </a:rPr>
              <a:t>AdmitData</a:t>
            </a:r>
            <a:endParaRPr lang="en-US" sz="1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76B-3530-4A38-9039-A1F14DBE6A13}" type="slidenum">
              <a:rPr lang="en-US" altLang="en-US" smtClean="0"/>
              <a:pPr/>
              <a:t>19</a:t>
            </a:fld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2068B8C-DB29-486C-988C-B75CA4D7CF65}"/>
                  </a:ext>
                </a:extLst>
              </p14:cNvPr>
              <p14:cNvContentPartPr/>
              <p14:nvPr/>
            </p14:nvContentPartPr>
            <p14:xfrm>
              <a:off x="789120" y="2603520"/>
              <a:ext cx="7030800" cy="2996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2068B8C-DB29-486C-988C-B75CA4D7CF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9760" y="2594160"/>
                <a:ext cx="7049520" cy="301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9617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533400"/>
            <a:ext cx="7239000" cy="914400"/>
          </a:xfrm>
        </p:spPr>
        <p:txBody>
          <a:bodyPr/>
          <a:lstStyle/>
          <a:p>
            <a:r>
              <a:rPr lang="en-US" dirty="0"/>
              <a:t>Binary Logit: Multiple </a:t>
            </a:r>
            <a:r>
              <a:rPr lang="en-US" dirty="0" err="1"/>
              <a:t>Xs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6542" y="1746250"/>
                <a:ext cx="8229600" cy="4654550"/>
              </a:xfrm>
            </p:spPr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smtClean="0">
                          <a:latin typeface="Cambria Math"/>
                        </a:rPr>
                        <m:t>𝑈</m:t>
                      </m:r>
                      <m:r>
                        <a:rPr lang="en-US" sz="2200" i="1" smtClean="0">
                          <a:latin typeface="Cambria Math"/>
                        </a:rPr>
                        <m:t>=</m:t>
                      </m:r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2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22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2200" i="1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endParaRPr lang="en-US" sz="1000" dirty="0"/>
              </a:p>
              <a:p>
                <a:pPr marL="114300" indent="0">
                  <a:buNone/>
                </a:pPr>
                <a:r>
                  <a:rPr lang="en-US" sz="2200" dirty="0"/>
                  <a:t>Then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/>
                          </a:rPr>
                          <m:t>𝑌</m:t>
                        </m:r>
                        <m:r>
                          <a:rPr lang="en-US" sz="2200" i="1">
                            <a:latin typeface="Cambria Math"/>
                          </a:rPr>
                          <m:t>=1</m:t>
                        </m:r>
                      </m:e>
                    </m:d>
                    <m:r>
                      <a:rPr lang="en-US" sz="22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200">
                            <a:latin typeface="Cambria Math"/>
                          </a:rPr>
                          <m:t>exp</m:t>
                        </m:r>
                        <m:r>
                          <a:rPr lang="en-US" sz="2200" i="1">
                            <a:latin typeface="Cambria Math"/>
                          </a:rPr>
                          <m:t>⁡(</m:t>
                        </m:r>
                        <m:r>
                          <a:rPr lang="en-US" sz="2200" i="1">
                            <a:latin typeface="Cambria Math"/>
                          </a:rPr>
                          <m:t>𝑈</m:t>
                        </m:r>
                        <m:r>
                          <a:rPr lang="en-US" sz="2200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sz="2200" i="1">
                            <a:latin typeface="Cambria Math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sz="2200">
                            <a:latin typeface="Cambria Math"/>
                          </a:rPr>
                          <m:t>exp</m:t>
                        </m:r>
                        <m:r>
                          <a:rPr lang="en-US" sz="2200" i="1">
                            <a:latin typeface="Cambria Math"/>
                          </a:rPr>
                          <m:t>⁡(</m:t>
                        </m:r>
                        <m:r>
                          <a:rPr lang="en-US" sz="2200" i="1">
                            <a:latin typeface="Cambria Math"/>
                          </a:rPr>
                          <m:t>𝑈</m:t>
                        </m:r>
                        <m:r>
                          <a:rPr lang="en-US" sz="2200" i="1"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sz="2200" dirty="0"/>
              </a:p>
              <a:p>
                <a:pPr marL="114300" indent="0">
                  <a:buNone/>
                </a:pPr>
                <a:endParaRPr lang="en-US" sz="1000" dirty="0"/>
              </a:p>
              <a:p>
                <a:pPr marL="114300" indent="0">
                  <a:buNone/>
                </a:pPr>
                <a:r>
                  <a:rPr lang="en-US" sz="2200" dirty="0"/>
                  <a:t>Y         1-</a:t>
                </a:r>
              </a:p>
              <a:p>
                <a:pPr marL="114300" indent="0">
                  <a:buNone/>
                </a:pPr>
                <a:endParaRPr lang="en-US" sz="2200" dirty="0"/>
              </a:p>
              <a:p>
                <a:pPr marL="114300" indent="0">
                  <a:buNone/>
                </a:pPr>
                <a:endParaRPr lang="en-US" sz="2200" dirty="0"/>
              </a:p>
              <a:p>
                <a:pPr marL="114300" indent="0">
                  <a:buNone/>
                </a:pPr>
                <a:endParaRPr lang="en-US" sz="2200" dirty="0"/>
              </a:p>
              <a:p>
                <a:pPr marL="114300" indent="0">
                  <a:buNone/>
                </a:pPr>
                <a:endParaRPr lang="en-US" sz="2200" dirty="0"/>
              </a:p>
              <a:p>
                <a:pPr marL="114300" indent="0">
                  <a:buNone/>
                </a:pPr>
                <a:endParaRPr lang="en-US" sz="2200" dirty="0"/>
              </a:p>
              <a:p>
                <a:pPr marL="114300" indent="0">
                  <a:buNone/>
                </a:pPr>
                <a:r>
                  <a:rPr lang="en-US" sz="2200" dirty="0"/>
                  <a:t>             0- </a:t>
                </a:r>
              </a:p>
              <a:p>
                <a:pPr marL="114300" indent="0">
                  <a:buNone/>
                </a:pPr>
                <a:r>
                  <a:rPr lang="en-US" sz="2200" dirty="0"/>
                  <a:t>                                                                        U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6542" y="1746250"/>
                <a:ext cx="8229600" cy="4654550"/>
              </a:xfrm>
              <a:blipFill>
                <a:blip r:embed="rId3"/>
                <a:stretch>
                  <a:fillRect b="-2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C952D-5DBA-4470-9E38-D0DBB3402013}" type="slidenum">
              <a:rPr lang="en-US" altLang="en-US" smtClean="0"/>
              <a:pPr/>
              <a:t>20</a:t>
            </a:fld>
            <a:endParaRPr lang="en-US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70548" y="5791200"/>
            <a:ext cx="3505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699435" y="3352800"/>
            <a:ext cx="71113" cy="2590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580508F-51F6-46AE-8CEB-DCF1A92DCB3C}"/>
                  </a:ext>
                </a:extLst>
              </p14:cNvPr>
              <p14:cNvContentPartPr/>
              <p14:nvPr/>
            </p14:nvContentPartPr>
            <p14:xfrm>
              <a:off x="1720080" y="1688400"/>
              <a:ext cx="6307200" cy="4599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580508F-51F6-46AE-8CEB-DCF1A92DCB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10720" y="1679040"/>
                <a:ext cx="6325920" cy="461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1794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Ex: Admit = </a:t>
            </a:r>
            <a:r>
              <a:rPr lang="en-US" i="1" dirty="0"/>
              <a:t>f</a:t>
            </a:r>
            <a:r>
              <a:rPr lang="en-US" dirty="0"/>
              <a:t>(GRE, GPA, Rank)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534400" cy="3810000"/>
          </a:xfrm>
        </p:spPr>
        <p:txBody>
          <a:bodyPr/>
          <a:lstStyle/>
          <a:p>
            <a:r>
              <a:rPr lang="en-US" dirty="0" err="1">
                <a:hlinkClick r:id="rId3" action="ppaction://hlinkfile"/>
              </a:rPr>
              <a:t>AdmitData</a:t>
            </a:r>
            <a:endParaRPr lang="en-US" dirty="0"/>
          </a:p>
          <a:p>
            <a:r>
              <a:rPr lang="en-US" sz="2000" dirty="0"/>
              <a:t>Coefficients         Estimate     Std. Error     z value         </a:t>
            </a:r>
            <a:r>
              <a:rPr lang="en-US" sz="2000" dirty="0" err="1"/>
              <a:t>Pr</a:t>
            </a:r>
            <a:r>
              <a:rPr lang="en-US" sz="2000" dirty="0"/>
              <a:t>(&gt;|z|) </a:t>
            </a:r>
          </a:p>
          <a:p>
            <a:r>
              <a:rPr lang="en-US" sz="2000" dirty="0"/>
              <a:t>Intercept              -3.989979     1.139951    -3.500         0.000465 *** </a:t>
            </a:r>
          </a:p>
          <a:p>
            <a:r>
              <a:rPr lang="en-US" sz="2000" dirty="0" err="1"/>
              <a:t>gre</a:t>
            </a:r>
            <a:r>
              <a:rPr lang="en-US" sz="2000" dirty="0"/>
              <a:t>                           0.002264     0.001094      2.070         0.038465 * </a:t>
            </a:r>
          </a:p>
          <a:p>
            <a:r>
              <a:rPr lang="en-US" sz="2000" dirty="0" err="1"/>
              <a:t>gpa</a:t>
            </a:r>
            <a:r>
              <a:rPr lang="en-US" sz="2000" dirty="0"/>
              <a:t>                          0.804038     0.331819      2.423         0.015388 * </a:t>
            </a:r>
          </a:p>
          <a:p>
            <a:r>
              <a:rPr lang="en-US" sz="2000" dirty="0"/>
              <a:t>rank_dummy2   -0.675443     0.316490     -2.134         0.032829 * </a:t>
            </a:r>
          </a:p>
          <a:p>
            <a:r>
              <a:rPr lang="en-US" sz="2000" dirty="0"/>
              <a:t>rank_dummy3   -1.340204     0.345306     -3.881         0.000104 *** </a:t>
            </a:r>
          </a:p>
          <a:p>
            <a:r>
              <a:rPr lang="en-US" sz="2000" dirty="0"/>
              <a:t>rank_dummy4   -1.551464     0.417832     -3.713         0.000205 ***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C952D-5DBA-4470-9E38-D0DBB3402013}" type="slidenum">
              <a:rPr lang="en-US" altLang="en-US" smtClean="0"/>
              <a:pPr/>
              <a:t>21</a:t>
            </a:fld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FEEE0C7-DE2E-40D1-8D04-A3DD3EEFCB72}"/>
                  </a:ext>
                </a:extLst>
              </p14:cNvPr>
              <p14:cNvContentPartPr/>
              <p14:nvPr/>
            </p14:nvContentPartPr>
            <p14:xfrm>
              <a:off x="608400" y="2960280"/>
              <a:ext cx="2873160" cy="2354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FEEE0C7-DE2E-40D1-8D04-A3DD3EEFCB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9040" y="2950920"/>
                <a:ext cx="2891880" cy="237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5089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81000"/>
            <a:ext cx="7772400" cy="990600"/>
          </a:xfrm>
        </p:spPr>
        <p:txBody>
          <a:bodyPr/>
          <a:lstStyle/>
          <a:p>
            <a:r>
              <a:rPr lang="en-US" sz="3000" dirty="0"/>
              <a:t>Binary Logit/</a:t>
            </a:r>
            <a:r>
              <a:rPr lang="en-US" sz="3000" dirty="0" err="1"/>
              <a:t>Probit</a:t>
            </a:r>
            <a:r>
              <a:rPr lang="en-US" sz="3000" dirty="0"/>
              <a:t> &lt;-&gt; “Group” Membership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sz="half" idx="1"/>
          </p:nvPr>
        </p:nvSpPr>
        <p:spPr>
          <a:xfrm>
            <a:off x="18535" y="1851819"/>
            <a:ext cx="4648200" cy="332978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</a:t>
            </a:r>
            <a:r>
              <a:rPr lang="en-US" sz="2200" dirty="0"/>
              <a:t>y = 1 (in group)</a:t>
            </a:r>
            <a:br>
              <a:rPr lang="en-US" sz="2200" dirty="0"/>
            </a:br>
            <a:endParaRPr lang="en-US" sz="2200" dirty="0"/>
          </a:p>
          <a:p>
            <a:r>
              <a:rPr lang="en-US" dirty="0"/>
              <a:t>Can see this as estimating</a:t>
            </a:r>
            <a:br>
              <a:rPr lang="en-US" dirty="0"/>
            </a:br>
            <a:r>
              <a:rPr lang="en-US" dirty="0"/>
              <a:t>P (group membership)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200" dirty="0"/>
              <a:t>                          y = 0 (not in group)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876800" y="1995618"/>
            <a:ext cx="4038600" cy="292353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C952D-5DBA-4470-9E38-D0DBB3402013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3" name="Rectangle 2"/>
          <p:cNvSpPr/>
          <p:nvPr/>
        </p:nvSpPr>
        <p:spPr>
          <a:xfrm>
            <a:off x="152400" y="5390120"/>
            <a:ext cx="8458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66"/>
                </a:solidFill>
                <a:latin typeface="Cambria" pitchFamily="18" charset="0"/>
              </a:rPr>
              <a:t>Group defined relative to behavior, opinion, interest, descriptors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1E43941-2829-4DC7-9FFA-871FF1C92D8E}"/>
                  </a:ext>
                </a:extLst>
              </p14:cNvPr>
              <p14:cNvContentPartPr/>
              <p14:nvPr/>
            </p14:nvContentPartPr>
            <p14:xfrm>
              <a:off x="2790720" y="1910520"/>
              <a:ext cx="6203880" cy="3043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1E43941-2829-4DC7-9FFA-871FF1C92D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81360" y="1901160"/>
                <a:ext cx="6222600" cy="306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6165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0" y="725452"/>
            <a:ext cx="6324600" cy="841304"/>
          </a:xfrm>
        </p:spPr>
        <p:txBody>
          <a:bodyPr/>
          <a:lstStyle/>
          <a:p>
            <a:r>
              <a:rPr lang="en-US" dirty="0"/>
              <a:t>Discrete Choice Models 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8535" y="1828800"/>
                <a:ext cx="4629666" cy="4800601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00"/>
                    </a:solidFill>
                  </a:rPr>
                  <a:t>Binary Logit and </a:t>
                </a:r>
                <a:r>
                  <a:rPr lang="en-US" dirty="0" err="1">
                    <a:solidFill>
                      <a:srgbClr val="000000"/>
                    </a:solidFill>
                  </a:rPr>
                  <a:t>Probit</a:t>
                </a:r>
                <a:endParaRPr lang="en-US" dirty="0">
                  <a:solidFill>
                    <a:srgbClr val="000000"/>
                  </a:solidFill>
                </a:endParaRPr>
              </a:p>
              <a:p>
                <a:endParaRPr lang="en-US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400" dirty="0"/>
                  <a:t>       Utility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+…</a:t>
                </a:r>
              </a:p>
            </p:txBody>
          </p:sp>
        </mc:Choice>
        <mc:Fallback xmlns="">
          <p:sp>
            <p:nvSpPr>
              <p:cNvPr id="5" name="Tex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8535" y="1828800"/>
                <a:ext cx="4629666" cy="4800601"/>
              </a:xfrm>
              <a:blipFill>
                <a:blip r:embed="rId4"/>
                <a:stretch>
                  <a:fillRect l="-2500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4876800" y="1995618"/>
            <a:ext cx="4038600" cy="292353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C952D-5DBA-4470-9E38-D0DBB3402013}" type="slidenum">
              <a:rPr lang="en-US" altLang="en-US" smtClean="0"/>
              <a:pPr/>
              <a:t>23</a:t>
            </a:fld>
            <a:endParaRPr lang="en-US" alt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99761"/>
              </p:ext>
            </p:extLst>
          </p:nvPr>
        </p:nvGraphicFramePr>
        <p:xfrm>
          <a:off x="125223" y="2366184"/>
          <a:ext cx="3022023" cy="899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400" imgH="419040" progId="Equation.DSMT4">
                  <p:embed/>
                </p:oleObj>
              </mc:Choice>
              <mc:Fallback>
                <p:oleObj name="Equation" r:id="rId6" imgW="1409400" imgH="41904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5223" y="2366184"/>
                        <a:ext cx="3022023" cy="8991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829849"/>
              </p:ext>
            </p:extLst>
          </p:nvPr>
        </p:nvGraphicFramePr>
        <p:xfrm>
          <a:off x="457200" y="4419600"/>
          <a:ext cx="3960812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1840" imgH="888840" progId="Equation.DSMT4">
                  <p:embed/>
                </p:oleObj>
              </mc:Choice>
              <mc:Fallback>
                <p:oleObj name="Equation" r:id="rId8" imgW="2031840" imgH="888840" progId="Equation.DSMT4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7200" y="4419600"/>
                        <a:ext cx="3960812" cy="1655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4541045-812D-4BA9-8536-1DD6D099EBE7}"/>
                  </a:ext>
                </a:extLst>
              </p14:cNvPr>
              <p14:cNvContentPartPr/>
              <p14:nvPr/>
            </p14:nvContentPartPr>
            <p14:xfrm>
              <a:off x="167400" y="1026000"/>
              <a:ext cx="8960400" cy="5253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4541045-812D-4BA9-8536-1DD6D099EBE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8040" y="1016640"/>
                <a:ext cx="8979120" cy="527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0794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7239000" cy="1600200"/>
          </a:xfrm>
        </p:spPr>
        <p:txBody>
          <a:bodyPr/>
          <a:lstStyle/>
          <a:p>
            <a:r>
              <a:rPr lang="en-US" dirty="0"/>
              <a:t>Ex: Logit </a:t>
            </a:r>
            <a:br>
              <a:rPr lang="en-US" dirty="0"/>
            </a:br>
            <a:r>
              <a:rPr lang="en-US" dirty="0"/>
              <a:t>P(Accepted to Grad School)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177B5E4A-65FC-4A00-B790-F70D478E056B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80" y="1981200"/>
            <a:ext cx="8276985" cy="3505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5B3629D-10B0-4BAA-8009-88E4E1E9E917}"/>
                  </a:ext>
                </a:extLst>
              </p14:cNvPr>
              <p14:cNvContentPartPr/>
              <p14:nvPr/>
            </p14:nvContentPartPr>
            <p14:xfrm>
              <a:off x="1096920" y="2292840"/>
              <a:ext cx="2035800" cy="946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5B3629D-10B0-4BAA-8009-88E4E1E9E9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7560" y="2283480"/>
                <a:ext cx="2054520" cy="96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443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533400"/>
            <a:ext cx="7315200" cy="914400"/>
          </a:xfrm>
        </p:spPr>
        <p:txBody>
          <a:bodyPr/>
          <a:lstStyle/>
          <a:p>
            <a:r>
              <a:rPr lang="en-US" dirty="0"/>
              <a:t>What if &gt; 2 Y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63852"/>
            <a:ext cx="8229600" cy="4455947"/>
          </a:xfrm>
        </p:spPr>
        <p:txBody>
          <a:bodyPr/>
          <a:lstStyle/>
          <a:p>
            <a:r>
              <a:rPr lang="en-US" dirty="0"/>
              <a:t>Multinomial Logit/</a:t>
            </a:r>
            <a:r>
              <a:rPr lang="en-US" dirty="0" err="1"/>
              <a:t>Probit</a:t>
            </a:r>
            <a:endParaRPr lang="en-US" dirty="0"/>
          </a:p>
          <a:p>
            <a:endParaRPr lang="en-US" dirty="0"/>
          </a:p>
          <a:p>
            <a:r>
              <a:rPr lang="en-US" dirty="0"/>
              <a:t>Y = A, B, C, D, …     not just A (when Y=0) and B (when Y=1)</a:t>
            </a:r>
          </a:p>
          <a:p>
            <a:endParaRPr lang="en-US" dirty="0"/>
          </a:p>
          <a:p>
            <a:r>
              <a:rPr lang="en-US" dirty="0"/>
              <a:t>Examples?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C952D-5DBA-4470-9E38-D0DBB3402013}" type="slidenum">
              <a:rPr lang="en-US" altLang="en-US" smtClean="0"/>
              <a:pPr/>
              <a:t>25</a:t>
            </a:fld>
            <a:endParaRPr lang="en-US" alt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504899" y="4191000"/>
          <a:ext cx="7470775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84320" imgH="304560" progId="Equation.DSMT4">
                  <p:embed/>
                </p:oleObj>
              </mc:Choice>
              <mc:Fallback>
                <p:oleObj name="Equation" r:id="rId3" imgW="3784320" imgH="30456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4899" y="4191000"/>
                        <a:ext cx="7470775" cy="601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546257" y="4780256"/>
          <a:ext cx="2408768" cy="1087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4960" imgH="647640" progId="Equation.DSMT4">
                  <p:embed/>
                </p:oleObj>
              </mc:Choice>
              <mc:Fallback>
                <p:oleObj name="Equation" r:id="rId5" imgW="1434960" imgH="64764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46257" y="4780256"/>
                        <a:ext cx="2408768" cy="10871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D732E0-B743-45E5-BF2D-7FB6FDA1FE9A}"/>
                  </a:ext>
                </a:extLst>
              </p14:cNvPr>
              <p14:cNvContentPartPr/>
              <p14:nvPr/>
            </p14:nvContentPartPr>
            <p14:xfrm>
              <a:off x="2372760" y="1209600"/>
              <a:ext cx="6333120" cy="4919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D732E0-B743-45E5-BF2D-7FB6FDA1FE9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63400" y="1200240"/>
                <a:ext cx="6351840" cy="493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55452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304800"/>
            <a:ext cx="73914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Multinomial Logit/Probit Technical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18A7A8-3612-4698-BF5C-27DC3430E400}" type="slidenum">
              <a:rPr lang="en-US" altLang="en-US" smtClean="0"/>
              <a:pPr/>
              <a:t>26</a:t>
            </a:fld>
            <a:endParaRPr lang="en-US" alt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5894307"/>
              </p:ext>
            </p:extLst>
          </p:nvPr>
        </p:nvGraphicFramePr>
        <p:xfrm>
          <a:off x="1401763" y="2286000"/>
          <a:ext cx="6118225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09600" imgH="787320" progId="Equation.DSMT4">
                  <p:embed/>
                </p:oleObj>
              </mc:Choice>
              <mc:Fallback>
                <p:oleObj name="Equation" r:id="rId2" imgW="30096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01763" y="2286000"/>
                        <a:ext cx="6118225" cy="160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0351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Ex: Fishing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186" y="1752600"/>
            <a:ext cx="8534400" cy="4343400"/>
          </a:xfrm>
        </p:spPr>
        <p:txBody>
          <a:bodyPr/>
          <a:lstStyle/>
          <a:p>
            <a:r>
              <a:rPr lang="en-US" dirty="0">
                <a:hlinkClick r:id="rId3" action="ppaction://hlinkfile"/>
              </a:rPr>
              <a:t>Fishing</a:t>
            </a:r>
            <a:endParaRPr lang="en-US" dirty="0">
              <a:hlinkClick r:id="rId4" action="ppaction://hlinkfile"/>
            </a:endParaRPr>
          </a:p>
          <a:p>
            <a:r>
              <a:rPr lang="en-US" dirty="0"/>
              <a:t>Coefficients  Estimate     Std. Error        z-value       </a:t>
            </a:r>
            <a:r>
              <a:rPr lang="en-US" dirty="0" err="1"/>
              <a:t>Pr</a:t>
            </a:r>
            <a:r>
              <a:rPr lang="en-US" dirty="0"/>
              <a:t>(&gt;|z|) </a:t>
            </a:r>
          </a:p>
          <a:p>
            <a:r>
              <a:rPr lang="en-US" dirty="0"/>
              <a:t>Boat              0.8713749   0.1140428      7.6408     2.154e-14 *** Charter         1.4988884   0.1329328    11.2755  &lt; 2.2e-16 *** Pier               0.3070552   0.1145738      2.6800     0.0073627 ** Price            -0.0247896   0.0017044  -14.5444   &lt; 2.2e-16 *** Catch             0.3771689   0.1099707      3.4297   0.0006042 *** </a:t>
            </a:r>
          </a:p>
          <a:p>
            <a:r>
              <a:rPr lang="en-US" dirty="0"/>
              <a:t>Log-Likelihood: -1230.8 </a:t>
            </a:r>
          </a:p>
          <a:p>
            <a:r>
              <a:rPr lang="en-US" dirty="0"/>
              <a:t>McFadden R^2: 0.17823 </a:t>
            </a:r>
          </a:p>
          <a:p>
            <a:r>
              <a:rPr lang="en-US" dirty="0"/>
              <a:t>Likelihood Ratio Test : </a:t>
            </a:r>
            <a:r>
              <a:rPr lang="en-US" dirty="0" err="1"/>
              <a:t>chisq</a:t>
            </a:r>
            <a:r>
              <a:rPr lang="en-US" dirty="0"/>
              <a:t> = 533.88 (</a:t>
            </a:r>
            <a:r>
              <a:rPr lang="en-US" dirty="0" err="1"/>
              <a:t>p.value</a:t>
            </a:r>
            <a:r>
              <a:rPr lang="en-US" dirty="0"/>
              <a:t> = &lt; 2.22e-16)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C952D-5DBA-4470-9E38-D0DBB3402013}" type="slidenum">
              <a:rPr lang="en-US" altLang="en-US" smtClean="0"/>
              <a:pPr/>
              <a:t>27</a:t>
            </a:fld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F3E191B-8E46-431D-AD15-736C05A4A2AF}"/>
                  </a:ext>
                </a:extLst>
              </p14:cNvPr>
              <p14:cNvContentPartPr/>
              <p14:nvPr/>
            </p14:nvContentPartPr>
            <p14:xfrm>
              <a:off x="389160" y="2698560"/>
              <a:ext cx="2823120" cy="3344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F3E191B-8E46-431D-AD15-736C05A4A2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9800" y="2689200"/>
                <a:ext cx="2841840" cy="336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6991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99238"/>
            <a:ext cx="7315200" cy="1143000"/>
          </a:xfrm>
        </p:spPr>
        <p:txBody>
          <a:bodyPr/>
          <a:lstStyle/>
          <a:p>
            <a:r>
              <a:rPr lang="en-US" dirty="0"/>
              <a:t>Ex: Detergent and Coffee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18A7A8-3612-4698-BF5C-27DC3430E400}" type="slidenum">
              <a:rPr lang="en-US" altLang="en-US" smtClean="0"/>
              <a:pPr/>
              <a:t>28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517"/>
            <a:ext cx="4029075" cy="47529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948" y="1542238"/>
            <a:ext cx="1543050" cy="2895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170E26-7C02-4E74-9E56-D6C135A88225}"/>
                  </a:ext>
                </a:extLst>
              </p14:cNvPr>
              <p14:cNvContentPartPr/>
              <p14:nvPr/>
            </p14:nvContentPartPr>
            <p14:xfrm>
              <a:off x="2838600" y="1231560"/>
              <a:ext cx="4262400" cy="2466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170E26-7C02-4E74-9E56-D6C135A882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29240" y="1222200"/>
                <a:ext cx="4281120" cy="248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4728392"/>
      </p:ext>
    </p:extLst>
  </p:cSld>
  <p:clrMapOvr>
    <a:masterClrMapping/>
  </p:clrMapOvr>
</p:sld>
</file>

<file path=ppt/theme/theme1.xml><?xml version="1.0" encoding="utf-8"?>
<a:theme xmlns:a="http://schemas.openxmlformats.org/drawingml/2006/main" name="MKT441 white with logo">
  <a:themeElements>
    <a:clrScheme name="Brickley PP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rickley PP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ckley PP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ckley PP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ckley PP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ckley PP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ckley PP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ickley PP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ickley PP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ickley PP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ickley PP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ickley PP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ickley PP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EXP476 CourseOverview W14</Template>
  <TotalTime>3484</TotalTime>
  <Words>952</Words>
  <Application>Microsoft Office PowerPoint</Application>
  <PresentationFormat>On-screen Show (4:3)</PresentationFormat>
  <Paragraphs>224</Paragraphs>
  <Slides>28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Cambria</vt:lpstr>
      <vt:lpstr>Cambria Math</vt:lpstr>
      <vt:lpstr>Georgia</vt:lpstr>
      <vt:lpstr>Tw Cen MT</vt:lpstr>
      <vt:lpstr>Wingdings</vt:lpstr>
      <vt:lpstr>MKT441 white with logo</vt:lpstr>
      <vt:lpstr>Equation</vt:lpstr>
      <vt:lpstr>MKT 465  Marketing Analytics Project</vt:lpstr>
      <vt:lpstr>Continuous Y Variable Regression</vt:lpstr>
      <vt:lpstr>PowerPoint Presentation</vt:lpstr>
      <vt:lpstr>PowerPoint Presentation</vt:lpstr>
      <vt:lpstr>PowerPoint Presentation</vt:lpstr>
      <vt:lpstr>What if Y is Categorical?</vt:lpstr>
      <vt:lpstr>Categorical Y?</vt:lpstr>
      <vt:lpstr>Categorical Y  Avoid Regression</vt:lpstr>
      <vt:lpstr>Categorical Y  How estimate Y = f(x)?</vt:lpstr>
      <vt:lpstr>                             Machine Learning</vt:lpstr>
      <vt:lpstr>                          Linear Programming</vt:lpstr>
      <vt:lpstr>                            Discrete Choice</vt:lpstr>
      <vt:lpstr>Discrete Choice: Technical</vt:lpstr>
      <vt:lpstr>Discrete Choice Model Estimation</vt:lpstr>
      <vt:lpstr>Discrete Choice Models : Effect of Changing the Constant a</vt:lpstr>
      <vt:lpstr>Discrete Choice Models: Effect of Changing the Slope b</vt:lpstr>
      <vt:lpstr>Elasticity of X on Y</vt:lpstr>
      <vt:lpstr>Log Odds Ratio</vt:lpstr>
      <vt:lpstr>Ex: Admit = f(GRE)</vt:lpstr>
      <vt:lpstr>Binary Logit: Multiple Xs</vt:lpstr>
      <vt:lpstr>Ex: Admit = f(GRE, GPA, Rank)</vt:lpstr>
      <vt:lpstr>Binary Logit/Probit &lt;-&gt; “Group” Membership </vt:lpstr>
      <vt:lpstr>Discrete Choice Models  </vt:lpstr>
      <vt:lpstr>Ex: Logit  P(Accepted to Grad School)</vt:lpstr>
      <vt:lpstr>What if &gt; 2 Y Outcomes</vt:lpstr>
      <vt:lpstr>Multinomial Logit/Probit Technical</vt:lpstr>
      <vt:lpstr>Ex: Fishing Choices</vt:lpstr>
      <vt:lpstr>Ex: Detergent and Coffee</vt:lpstr>
    </vt:vector>
  </TitlesOfParts>
  <Company>Simon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</dc:title>
  <dc:creator>Ceil Hook</dc:creator>
  <cp:lastModifiedBy>Nelson, Paul</cp:lastModifiedBy>
  <cp:revision>335</cp:revision>
  <cp:lastPrinted>2018-03-30T15:44:35Z</cp:lastPrinted>
  <dcterms:created xsi:type="dcterms:W3CDTF">2003-10-17T13:16:43Z</dcterms:created>
  <dcterms:modified xsi:type="dcterms:W3CDTF">2023-08-18T13:31:32Z</dcterms:modified>
</cp:coreProperties>
</file>